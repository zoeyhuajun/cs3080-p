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4" r:id="rId3"/>
    <p:sldId id="257" r:id="rId4"/>
    <p:sldId id="265" r:id="rId5"/>
    <p:sldId id="259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oeybiubiu" initials="z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7D31B3-3808-4FBA-8FA4-CC8D448A173E}" type="doc">
      <dgm:prSet loTypeId="urn:microsoft.com/office/officeart/2005/8/layout/orgChart1" loCatId="hierarchy" qsTypeId="urn:microsoft.com/office/officeart/2005/8/quickstyle/simple1" qsCatId="simple" csTypeId="urn:microsoft.com/office/officeart/2005/8/colors/accent0_3" csCatId="accent1" phldr="0"/>
      <dgm:spPr/>
      <dgm:t>
        <a:bodyPr/>
        <a:p>
          <a:endParaRPr lang="en-US"/>
        </a:p>
      </dgm:t>
    </dgm:pt>
    <dgm:pt modelId="{47C757F0-AA23-46BE-9311-EA432CDEEAA1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>main( )</a:t>
          </a:r>
          <a:r>
            <a: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/>
          </a:r>
          <a:endParaRPr lang="zh-CN" alt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sym typeface="+mn-ea"/>
          </a:endParaRPr>
        </a:p>
      </dgm:t>
    </dgm:pt>
    <dgm:pt modelId="{AB39B06D-FE6C-48B2-B5B4-77CD0C8CF7AD}" cxnId="{6C734D29-29E3-4069-94A1-187C33448326}" type="parTrans">
      <dgm:prSet/>
      <dgm:spPr/>
      <dgm:t>
        <a:bodyPr/>
        <a:p>
          <a:endParaRPr lang="en-US"/>
        </a:p>
      </dgm:t>
    </dgm:pt>
    <dgm:pt modelId="{DF0D1C21-B79E-4875-B7FA-EF183CB48B88}" cxnId="{6C734D29-29E3-4069-94A1-187C33448326}" type="sibTrans">
      <dgm:prSet/>
      <dgm:spPr/>
      <dgm:t>
        <a:bodyPr/>
        <a:p>
          <a:endParaRPr lang="en-US"/>
        </a:p>
      </dgm:t>
    </dgm:pt>
    <dgm:pt modelId="{12714FC6-8B41-47E5-91DD-F02D34D23B93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>display_</a:t>
          </a:r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>scores</a:t>
          </a:r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>( )</a:t>
          </a:r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ACD17F5-D793-4A43-B489-D1804D50CFEF}" cxnId="{CE250BAC-D7BF-4800-B444-F94F4E757B30}" type="parTrans">
      <dgm:prSet/>
      <dgm:spPr/>
      <dgm:t>
        <a:bodyPr/>
        <a:p>
          <a:endParaRPr lang="en-US"/>
        </a:p>
      </dgm:t>
    </dgm:pt>
    <dgm:pt modelId="{FA45D93F-0724-4936-AA45-E6762732A19D}" cxnId="{CE250BAC-D7BF-4800-B444-F94F4E757B30}" type="sibTrans">
      <dgm:prSet/>
      <dgm:spPr/>
      <dgm:t>
        <a:bodyPr/>
        <a:p>
          <a:endParaRPr lang="en-US"/>
        </a:p>
      </dgm:t>
    </dgm:pt>
    <dgm:pt modelId="{6D1D6098-D6FD-4D47-AA6B-78C37BE30A71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>r</a:t>
          </a:r>
          <a:r>
            <a:rPr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>ead_</a:t>
          </a:r>
          <a:r>
            <a:rPr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>history</a:t>
          </a:r>
          <a:r>
            <a:rPr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>( )</a:t>
          </a:r>
          <a:r>
            <a:rPr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endParaRPr alt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E5F55CC-A28E-4366-B894-16B212ECA5EC}" cxnId="{C2702F7C-5E79-4B5E-9353-CC5E056D49EE}" type="parTrans">
      <dgm:prSet/>
      <dgm:spPr/>
    </dgm:pt>
    <dgm:pt modelId="{E66E65D6-0DFE-476B-81AD-0276A651890F}" cxnId="{C2702F7C-5E79-4B5E-9353-CC5E056D49EE}" type="sibTrans">
      <dgm:prSet/>
      <dgm:spPr/>
    </dgm:pt>
    <dgm:pt modelId="{4EC42421-831D-4CD3-8215-2AF4300F9C01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>get_player_name( )</a:t>
          </a:r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D5FB264-0A5C-4C3A-85B7-453D9BD837DF}" cxnId="{32225E1E-4431-4335-84D8-FE15C365A4ED}" type="parTrans">
      <dgm:prSet/>
      <dgm:spPr/>
      <dgm:t>
        <a:bodyPr/>
        <a:p>
          <a:endParaRPr lang="en-US"/>
        </a:p>
      </dgm:t>
    </dgm:pt>
    <dgm:pt modelId="{A1825131-D805-48C8-BFCE-E45C02E6F5CE}" cxnId="{32225E1E-4431-4335-84D8-FE15C365A4ED}" type="sibTrans">
      <dgm:prSet/>
      <dgm:spPr/>
      <dgm:t>
        <a:bodyPr/>
        <a:p>
          <a:endParaRPr lang="en-US"/>
        </a:p>
      </dgm:t>
    </dgm:pt>
    <dgm:pt modelId="{CF717C8A-B40B-4AFF-BF49-65ABB7DF8190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>repeat</a:t>
          </a:r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>_</a:t>
          </a:r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>game</a:t>
          </a:r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>( )</a:t>
          </a:r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CF68ADE-40B6-47D0-93C1-88EC13ADC8AC}" cxnId="{11445AFA-6C6E-4BCA-BB7C-BD72A57D98FF}" type="parTrans">
      <dgm:prSet/>
      <dgm:spPr/>
      <dgm:t>
        <a:bodyPr/>
        <a:p>
          <a:endParaRPr lang="en-US"/>
        </a:p>
      </dgm:t>
    </dgm:pt>
    <dgm:pt modelId="{630D3E0B-D1D7-4E1A-8193-515AA5E1866F}" cxnId="{11445AFA-6C6E-4BCA-BB7C-BD72A57D98FF}" type="sibTrans">
      <dgm:prSet/>
      <dgm:spPr/>
      <dgm:t>
        <a:bodyPr/>
        <a:p>
          <a:endParaRPr lang="en-US"/>
        </a:p>
      </dgm:t>
    </dgm:pt>
    <dgm:pt modelId="{7F01143B-F572-40A4-8054-6BB69783574C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>store</a:t>
          </a:r>
          <a:r>
            <a:rPr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>_</a:t>
          </a:r>
          <a:r>
            <a:rPr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>name</a:t>
          </a:r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>( )</a:t>
          </a:r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/>
          </a:r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sym typeface="+mn-ea"/>
          </a:endParaRPr>
        </a:p>
      </dgm:t>
    </dgm:pt>
    <dgm:pt modelId="{36250170-DAF7-4D59-A4A3-523F1C6FD272}" cxnId="{4DAD2039-621F-423E-A38E-3EDDEA7D6FBC}" type="parTrans">
      <dgm:prSet/>
      <dgm:spPr/>
    </dgm:pt>
    <dgm:pt modelId="{79CC02CA-234D-4595-B1A2-75ED6351AD1A}" cxnId="{4DAD2039-621F-423E-A38E-3EDDEA7D6FBC}" type="sibTrans">
      <dgm:prSet/>
      <dgm:spPr/>
    </dgm:pt>
    <dgm:pt modelId="{E498DC9C-C5AC-4482-A26F-3B99DC5D79F0}" type="pres">
      <dgm:prSet presAssocID="{A77D31B3-3808-4FBA-8FA4-CC8D448A173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728C3E8-5128-4BB6-90CC-A86769ECE335}" type="pres">
      <dgm:prSet presAssocID="{47C757F0-AA23-46BE-9311-EA432CDEEAA1}" presName="hierRoot1" presStyleCnt="0">
        <dgm:presLayoutVars>
          <dgm:hierBranch val="init"/>
        </dgm:presLayoutVars>
      </dgm:prSet>
      <dgm:spPr/>
    </dgm:pt>
    <dgm:pt modelId="{79147750-B6BF-43FD-83A0-7ACDC9B53EFF}" type="pres">
      <dgm:prSet presAssocID="{47C757F0-AA23-46BE-9311-EA432CDEEAA1}" presName="rootComposite1" presStyleCnt="0"/>
      <dgm:spPr/>
    </dgm:pt>
    <dgm:pt modelId="{AE79172D-D441-42BB-84EA-E3D989670DED}" type="pres">
      <dgm:prSet presAssocID="{47C757F0-AA23-46BE-9311-EA432CDEEAA1}" presName="rootText1" presStyleLbl="node0" presStyleIdx="0" presStyleCnt="1" custLinFactNeighborY="-942">
        <dgm:presLayoutVars>
          <dgm:chPref val="3"/>
        </dgm:presLayoutVars>
      </dgm:prSet>
      <dgm:spPr/>
    </dgm:pt>
    <dgm:pt modelId="{86420519-308D-4A6A-8FEA-6FB2E39BA448}" type="pres">
      <dgm:prSet presAssocID="{47C757F0-AA23-46BE-9311-EA432CDEEAA1}" presName="rootConnector1" presStyleCnt="0"/>
      <dgm:spPr/>
    </dgm:pt>
    <dgm:pt modelId="{9A0FF10C-81C7-47CD-A320-768F2009480B}" type="pres">
      <dgm:prSet presAssocID="{47C757F0-AA23-46BE-9311-EA432CDEEAA1}" presName="hierChild2" presStyleCnt="0"/>
      <dgm:spPr/>
    </dgm:pt>
    <dgm:pt modelId="{6A259130-4455-44E0-969B-948D1249687E}" type="pres">
      <dgm:prSet presAssocID="{EACD17F5-D793-4A43-B489-D1804D50CFEF}" presName="Name37" presStyleLbl="parChTrans1D2" presStyleIdx="0" presStyleCnt="4"/>
      <dgm:spPr/>
    </dgm:pt>
    <dgm:pt modelId="{D6C5C065-A308-417C-8ECC-04FC2BEC646C}" type="pres">
      <dgm:prSet presAssocID="{12714FC6-8B41-47E5-91DD-F02D34D23B93}" presName="hierRoot2" presStyleCnt="0">
        <dgm:presLayoutVars>
          <dgm:hierBranch val="init"/>
        </dgm:presLayoutVars>
      </dgm:prSet>
      <dgm:spPr/>
    </dgm:pt>
    <dgm:pt modelId="{E36491EF-5019-46FD-BC82-1BD579B9EE0E}" type="pres">
      <dgm:prSet presAssocID="{12714FC6-8B41-47E5-91DD-F02D34D23B93}" presName="rootComposite" presStyleCnt="0"/>
      <dgm:spPr/>
    </dgm:pt>
    <dgm:pt modelId="{43B7C837-49D6-40CE-BBAB-953D9E4BA7ED}" type="pres">
      <dgm:prSet presAssocID="{12714FC6-8B41-47E5-91DD-F02D34D23B93}" presName="rootText" presStyleLbl="node2" presStyleIdx="0" presStyleCnt="4">
        <dgm:presLayoutVars>
          <dgm:chPref val="3"/>
        </dgm:presLayoutVars>
      </dgm:prSet>
      <dgm:spPr/>
    </dgm:pt>
    <dgm:pt modelId="{9A037140-9B69-4B9F-A134-F2F2EB0F2E32}" type="pres">
      <dgm:prSet presAssocID="{12714FC6-8B41-47E5-91DD-F02D34D23B93}" presName="rootConnector" presStyleCnt="0"/>
      <dgm:spPr/>
    </dgm:pt>
    <dgm:pt modelId="{FA37AA5D-87C2-47F6-9B72-B753C073E744}" type="pres">
      <dgm:prSet presAssocID="{12714FC6-8B41-47E5-91DD-F02D34D23B93}" presName="hierChild4" presStyleCnt="0"/>
      <dgm:spPr/>
    </dgm:pt>
    <dgm:pt modelId="{2A461B48-543F-48AF-8DCC-9A762D796B5F}" type="pres">
      <dgm:prSet presAssocID="{FE5F55CC-A28E-4366-B894-16B212ECA5EC}" presName="Name37" presStyleLbl="parChTrans1D3" presStyleIdx="0" presStyleCnt="1"/>
      <dgm:spPr/>
    </dgm:pt>
    <dgm:pt modelId="{52162148-C825-4795-BB95-063D6837B98F}" type="pres">
      <dgm:prSet presAssocID="{6D1D6098-D6FD-4D47-AA6B-78C37BE30A71}" presName="hierRoot2" presStyleCnt="0">
        <dgm:presLayoutVars>
          <dgm:hierBranch val="init"/>
        </dgm:presLayoutVars>
      </dgm:prSet>
      <dgm:spPr/>
    </dgm:pt>
    <dgm:pt modelId="{EF373ACE-8944-4FD1-B887-02E4C067DF46}" type="pres">
      <dgm:prSet presAssocID="{6D1D6098-D6FD-4D47-AA6B-78C37BE30A71}" presName="rootComposite" presStyleCnt="0"/>
      <dgm:spPr/>
    </dgm:pt>
    <dgm:pt modelId="{1838AAB7-8F0C-4CB1-91A9-A719FF96A0AB}" type="pres">
      <dgm:prSet presAssocID="{6D1D6098-D6FD-4D47-AA6B-78C37BE30A71}" presName="rootText" presStyleLbl="node3" presStyleIdx="0" presStyleCnt="1">
        <dgm:presLayoutVars>
          <dgm:chPref val="3"/>
        </dgm:presLayoutVars>
      </dgm:prSet>
      <dgm:spPr/>
    </dgm:pt>
    <dgm:pt modelId="{2263A213-23BB-4E2C-8906-11F5B81645B6}" type="pres">
      <dgm:prSet presAssocID="{6D1D6098-D6FD-4D47-AA6B-78C37BE30A71}" presName="rootConnector" presStyleCnt="0"/>
      <dgm:spPr/>
    </dgm:pt>
    <dgm:pt modelId="{8C419335-2FD1-46E9-8F20-C0901B02116F}" type="pres">
      <dgm:prSet presAssocID="{6D1D6098-D6FD-4D47-AA6B-78C37BE30A71}" presName="hierChild4" presStyleCnt="0"/>
      <dgm:spPr/>
    </dgm:pt>
    <dgm:pt modelId="{9114691E-B13D-4A6F-8A08-B423C0187196}" type="pres">
      <dgm:prSet presAssocID="{6D1D6098-D6FD-4D47-AA6B-78C37BE30A71}" presName="hierChild5" presStyleCnt="0"/>
      <dgm:spPr/>
    </dgm:pt>
    <dgm:pt modelId="{A7309641-2A58-41EA-9E42-56812CF298ED}" type="pres">
      <dgm:prSet presAssocID="{12714FC6-8B41-47E5-91DD-F02D34D23B93}" presName="hierChild5" presStyleCnt="0"/>
      <dgm:spPr/>
    </dgm:pt>
    <dgm:pt modelId="{F492B679-3C8C-4E72-95A8-8B81298826E7}" type="pres">
      <dgm:prSet presAssocID="{8D5FB264-0A5C-4C3A-85B7-453D9BD837DF}" presName="Name37" presStyleLbl="parChTrans1D2" presStyleIdx="1" presStyleCnt="4"/>
      <dgm:spPr/>
    </dgm:pt>
    <dgm:pt modelId="{C6F584B9-7EA2-46D8-913B-8F508509ECAB}" type="pres">
      <dgm:prSet presAssocID="{4EC42421-831D-4CD3-8215-2AF4300F9C01}" presName="hierRoot2" presStyleCnt="0">
        <dgm:presLayoutVars>
          <dgm:hierBranch val="init"/>
        </dgm:presLayoutVars>
      </dgm:prSet>
      <dgm:spPr/>
    </dgm:pt>
    <dgm:pt modelId="{6CAD9CE6-86A1-4F7D-98A6-3AF53F55F9E3}" type="pres">
      <dgm:prSet presAssocID="{4EC42421-831D-4CD3-8215-2AF4300F9C01}" presName="rootComposite" presStyleCnt="0"/>
      <dgm:spPr/>
    </dgm:pt>
    <dgm:pt modelId="{08A0D1D2-3A20-4D63-8E35-B7C8B6B16D48}" type="pres">
      <dgm:prSet presAssocID="{4EC42421-831D-4CD3-8215-2AF4300F9C01}" presName="rootText" presStyleLbl="node2" presStyleIdx="1" presStyleCnt="4">
        <dgm:presLayoutVars>
          <dgm:chPref val="3"/>
        </dgm:presLayoutVars>
      </dgm:prSet>
      <dgm:spPr/>
    </dgm:pt>
    <dgm:pt modelId="{6238C53E-A961-488B-8FBD-6EC13507B069}" type="pres">
      <dgm:prSet presAssocID="{4EC42421-831D-4CD3-8215-2AF4300F9C01}" presName="rootConnector" presStyleCnt="0"/>
      <dgm:spPr/>
    </dgm:pt>
    <dgm:pt modelId="{A9C46FD3-3BE9-4E6E-BFF6-B0B42B13F857}" type="pres">
      <dgm:prSet presAssocID="{4EC42421-831D-4CD3-8215-2AF4300F9C01}" presName="hierChild4" presStyleCnt="0"/>
      <dgm:spPr/>
    </dgm:pt>
    <dgm:pt modelId="{A663BBFB-A120-4F5B-82EC-DB644DB9966B}" type="pres">
      <dgm:prSet presAssocID="{4EC42421-831D-4CD3-8215-2AF4300F9C01}" presName="hierChild5" presStyleCnt="0"/>
      <dgm:spPr/>
    </dgm:pt>
    <dgm:pt modelId="{AB3A8128-6C86-49B7-B5CC-0153888815E5}" type="pres">
      <dgm:prSet presAssocID="{CCF68ADE-40B6-47D0-93C1-88EC13ADC8AC}" presName="Name37" presStyleLbl="parChTrans1D2" presStyleIdx="2" presStyleCnt="4"/>
      <dgm:spPr/>
    </dgm:pt>
    <dgm:pt modelId="{1A917F9A-DDE6-4568-B35C-7FABCEF0A586}" type="pres">
      <dgm:prSet presAssocID="{CF717C8A-B40B-4AFF-BF49-65ABB7DF8190}" presName="hierRoot2" presStyleCnt="0">
        <dgm:presLayoutVars>
          <dgm:hierBranch val="init"/>
        </dgm:presLayoutVars>
      </dgm:prSet>
      <dgm:spPr/>
    </dgm:pt>
    <dgm:pt modelId="{FA949B67-3DB7-47FA-97C9-4A653E762F22}" type="pres">
      <dgm:prSet presAssocID="{CF717C8A-B40B-4AFF-BF49-65ABB7DF8190}" presName="rootComposite" presStyleCnt="0"/>
      <dgm:spPr/>
    </dgm:pt>
    <dgm:pt modelId="{7D64F4A3-0E55-47AC-A59B-9D5A9DC25552}" type="pres">
      <dgm:prSet presAssocID="{CF717C8A-B40B-4AFF-BF49-65ABB7DF8190}" presName="rootText" presStyleLbl="node2" presStyleIdx="2" presStyleCnt="4">
        <dgm:presLayoutVars>
          <dgm:chPref val="3"/>
        </dgm:presLayoutVars>
      </dgm:prSet>
      <dgm:spPr/>
    </dgm:pt>
    <dgm:pt modelId="{5667CB49-EC34-46BC-AD2D-72F3BD95D049}" type="pres">
      <dgm:prSet presAssocID="{CF717C8A-B40B-4AFF-BF49-65ABB7DF8190}" presName="rootConnector" presStyleCnt="0"/>
      <dgm:spPr/>
    </dgm:pt>
    <dgm:pt modelId="{EB3A10DA-2FA4-4DAD-8341-8078D7F83716}" type="pres">
      <dgm:prSet presAssocID="{CF717C8A-B40B-4AFF-BF49-65ABB7DF8190}" presName="hierChild4" presStyleCnt="0"/>
      <dgm:spPr/>
    </dgm:pt>
    <dgm:pt modelId="{B05C5608-85C8-433E-A928-1755312B673B}" type="pres">
      <dgm:prSet presAssocID="{CF717C8A-B40B-4AFF-BF49-65ABB7DF8190}" presName="hierChild5" presStyleCnt="0"/>
      <dgm:spPr/>
    </dgm:pt>
    <dgm:pt modelId="{3C038928-C3D9-4DDC-AFCC-FE146585430E}" type="pres">
      <dgm:prSet presAssocID="{36250170-DAF7-4D59-A4A3-523F1C6FD272}" presName="Name37" presStyleLbl="parChTrans1D2" presStyleIdx="3" presStyleCnt="4"/>
      <dgm:spPr/>
    </dgm:pt>
    <dgm:pt modelId="{828060FA-C875-4E00-9032-E99A91DF896A}" type="pres">
      <dgm:prSet presAssocID="{7F01143B-F572-40A4-8054-6BB69783574C}" presName="hierRoot2" presStyleCnt="0">
        <dgm:presLayoutVars>
          <dgm:hierBranch val="init"/>
        </dgm:presLayoutVars>
      </dgm:prSet>
      <dgm:spPr/>
    </dgm:pt>
    <dgm:pt modelId="{90F3162B-800D-4B9A-ABF0-EBEEF61D9F4C}" type="pres">
      <dgm:prSet presAssocID="{7F01143B-F572-40A4-8054-6BB69783574C}" presName="rootComposite" presStyleCnt="0"/>
      <dgm:spPr/>
    </dgm:pt>
    <dgm:pt modelId="{11563017-F08F-4229-A6C3-FAC68AB5C636}" type="pres">
      <dgm:prSet presAssocID="{7F01143B-F572-40A4-8054-6BB69783574C}" presName="rootText" presStyleLbl="node2" presStyleIdx="3" presStyleCnt="4">
        <dgm:presLayoutVars>
          <dgm:chPref val="3"/>
        </dgm:presLayoutVars>
      </dgm:prSet>
      <dgm:spPr/>
    </dgm:pt>
    <dgm:pt modelId="{6F0A63D9-75BC-4DEE-AFC7-48191EB77D53}" type="pres">
      <dgm:prSet presAssocID="{7F01143B-F572-40A4-8054-6BB69783574C}" presName="rootConnector" presStyleCnt="0"/>
      <dgm:spPr/>
    </dgm:pt>
    <dgm:pt modelId="{3C40D926-49C8-4F46-873C-1BB9D4ECB721}" type="pres">
      <dgm:prSet presAssocID="{7F01143B-F572-40A4-8054-6BB69783574C}" presName="hierChild4" presStyleCnt="0"/>
      <dgm:spPr/>
    </dgm:pt>
    <dgm:pt modelId="{FF28BED8-1507-414A-B6D0-85FE3157AB8E}" type="pres">
      <dgm:prSet presAssocID="{7F01143B-F572-40A4-8054-6BB69783574C}" presName="hierChild5" presStyleCnt="0"/>
      <dgm:spPr/>
    </dgm:pt>
    <dgm:pt modelId="{0E819307-1B4E-434E-BA76-D5A4192B0663}" type="pres">
      <dgm:prSet presAssocID="{47C757F0-AA23-46BE-9311-EA432CDEEAA1}" presName="hierChild3" presStyleCnt="0"/>
      <dgm:spPr/>
    </dgm:pt>
  </dgm:ptLst>
  <dgm:cxnLst>
    <dgm:cxn modelId="{6C734D29-29E3-4069-94A1-187C33448326}" srcId="{A77D31B3-3808-4FBA-8FA4-CC8D448A173E}" destId="{47C757F0-AA23-46BE-9311-EA432CDEEAA1}" srcOrd="0" destOrd="0" parTransId="{AB39B06D-FE6C-48B2-B5B4-77CD0C8CF7AD}" sibTransId="{DF0D1C21-B79E-4875-B7FA-EF183CB48B88}"/>
    <dgm:cxn modelId="{CE250BAC-D7BF-4800-B444-F94F4E757B30}" srcId="{47C757F0-AA23-46BE-9311-EA432CDEEAA1}" destId="{12714FC6-8B41-47E5-91DD-F02D34D23B93}" srcOrd="0" destOrd="0" parTransId="{EACD17F5-D793-4A43-B489-D1804D50CFEF}" sibTransId="{FA45D93F-0724-4936-AA45-E6762732A19D}"/>
    <dgm:cxn modelId="{C2702F7C-5E79-4B5E-9353-CC5E056D49EE}" srcId="{12714FC6-8B41-47E5-91DD-F02D34D23B93}" destId="{6D1D6098-D6FD-4D47-AA6B-78C37BE30A71}" srcOrd="0" destOrd="0" parTransId="{FE5F55CC-A28E-4366-B894-16B212ECA5EC}" sibTransId="{E66E65D6-0DFE-476B-81AD-0276A651890F}"/>
    <dgm:cxn modelId="{32225E1E-4431-4335-84D8-FE15C365A4ED}" srcId="{47C757F0-AA23-46BE-9311-EA432CDEEAA1}" destId="{4EC42421-831D-4CD3-8215-2AF4300F9C01}" srcOrd="1" destOrd="0" parTransId="{8D5FB264-0A5C-4C3A-85B7-453D9BD837DF}" sibTransId="{A1825131-D805-48C8-BFCE-E45C02E6F5CE}"/>
    <dgm:cxn modelId="{11445AFA-6C6E-4BCA-BB7C-BD72A57D98FF}" srcId="{47C757F0-AA23-46BE-9311-EA432CDEEAA1}" destId="{CF717C8A-B40B-4AFF-BF49-65ABB7DF8190}" srcOrd="2" destOrd="0" parTransId="{CCF68ADE-40B6-47D0-93C1-88EC13ADC8AC}" sibTransId="{630D3E0B-D1D7-4E1A-8193-515AA5E1866F}"/>
    <dgm:cxn modelId="{4DAD2039-621F-423E-A38E-3EDDEA7D6FBC}" srcId="{47C757F0-AA23-46BE-9311-EA432CDEEAA1}" destId="{7F01143B-F572-40A4-8054-6BB69783574C}" srcOrd="3" destOrd="0" parTransId="{36250170-DAF7-4D59-A4A3-523F1C6FD272}" sibTransId="{79CC02CA-234D-4595-B1A2-75ED6351AD1A}"/>
    <dgm:cxn modelId="{30C1008B-D946-42C3-AFD5-91948606B720}" type="presOf" srcId="{A77D31B3-3808-4FBA-8FA4-CC8D448A173E}" destId="{E498DC9C-C5AC-4482-A26F-3B99DC5D79F0}" srcOrd="0" destOrd="0" presId="urn:microsoft.com/office/officeart/2005/8/layout/orgChart1"/>
    <dgm:cxn modelId="{9436F2BC-82A4-4765-A79A-CFC46287797E}" type="presParOf" srcId="{E498DC9C-C5AC-4482-A26F-3B99DC5D79F0}" destId="{F728C3E8-5128-4BB6-90CC-A86769ECE335}" srcOrd="0" destOrd="0" presId="urn:microsoft.com/office/officeart/2005/8/layout/orgChart1"/>
    <dgm:cxn modelId="{081059C2-D268-4216-816D-33D7158CBD07}" type="presParOf" srcId="{F728C3E8-5128-4BB6-90CC-A86769ECE335}" destId="{79147750-B6BF-43FD-83A0-7ACDC9B53EFF}" srcOrd="0" destOrd="0" presId="urn:microsoft.com/office/officeart/2005/8/layout/orgChart1"/>
    <dgm:cxn modelId="{3D410C2B-6B59-4FA3-A540-BA042429B5D9}" type="presOf" srcId="{47C757F0-AA23-46BE-9311-EA432CDEEAA1}" destId="{79147750-B6BF-43FD-83A0-7ACDC9B53EFF}" srcOrd="0" destOrd="0" presId="urn:microsoft.com/office/officeart/2005/8/layout/orgChart1"/>
    <dgm:cxn modelId="{A871F016-9CD4-405D-923D-58D83CC92B9A}" type="presParOf" srcId="{79147750-B6BF-43FD-83A0-7ACDC9B53EFF}" destId="{AE79172D-D441-42BB-84EA-E3D989670DED}" srcOrd="0" destOrd="0" presId="urn:microsoft.com/office/officeart/2005/8/layout/orgChart1"/>
    <dgm:cxn modelId="{100A360D-9C0C-4E4D-AF26-A2F461B97DB8}" type="presOf" srcId="{47C757F0-AA23-46BE-9311-EA432CDEEAA1}" destId="{AE79172D-D441-42BB-84EA-E3D989670DED}" srcOrd="0" destOrd="0" presId="urn:microsoft.com/office/officeart/2005/8/layout/orgChart1"/>
    <dgm:cxn modelId="{121819E0-C216-4AF4-8AB0-37D87BD14D20}" type="presParOf" srcId="{79147750-B6BF-43FD-83A0-7ACDC9B53EFF}" destId="{86420519-308D-4A6A-8FEA-6FB2E39BA448}" srcOrd="1" destOrd="0" presId="urn:microsoft.com/office/officeart/2005/8/layout/orgChart1"/>
    <dgm:cxn modelId="{9A067CAB-6631-4D79-84F5-0528AD0B8531}" type="presOf" srcId="{47C757F0-AA23-46BE-9311-EA432CDEEAA1}" destId="{86420519-308D-4A6A-8FEA-6FB2E39BA448}" srcOrd="0" destOrd="0" presId="urn:microsoft.com/office/officeart/2005/8/layout/orgChart1"/>
    <dgm:cxn modelId="{AB91F609-130A-4819-A883-4C58E3B0ADA5}" type="presParOf" srcId="{F728C3E8-5128-4BB6-90CC-A86769ECE335}" destId="{9A0FF10C-81C7-47CD-A320-768F2009480B}" srcOrd="1" destOrd="0" presId="urn:microsoft.com/office/officeart/2005/8/layout/orgChart1"/>
    <dgm:cxn modelId="{F350CF7A-E8B4-4AAB-88FE-0A8BFEF38392}" type="presParOf" srcId="{9A0FF10C-81C7-47CD-A320-768F2009480B}" destId="{6A259130-4455-44E0-969B-948D1249687E}" srcOrd="0" destOrd="1" presId="urn:microsoft.com/office/officeart/2005/8/layout/orgChart1"/>
    <dgm:cxn modelId="{BA5CC62A-6517-43B5-BCA6-4D0D35CAE7C3}" type="presOf" srcId="{EACD17F5-D793-4A43-B489-D1804D50CFEF}" destId="{6A259130-4455-44E0-969B-948D1249687E}" srcOrd="0" destOrd="0" presId="urn:microsoft.com/office/officeart/2005/8/layout/orgChart1"/>
    <dgm:cxn modelId="{41860E63-B15C-4B09-8BC7-4D0883D41206}" type="presParOf" srcId="{9A0FF10C-81C7-47CD-A320-768F2009480B}" destId="{D6C5C065-A308-417C-8ECC-04FC2BEC646C}" srcOrd="1" destOrd="1" presId="urn:microsoft.com/office/officeart/2005/8/layout/orgChart1"/>
    <dgm:cxn modelId="{7C1D8FED-BA40-470E-9733-8844AABE2399}" type="presParOf" srcId="{D6C5C065-A308-417C-8ECC-04FC2BEC646C}" destId="{E36491EF-5019-46FD-BC82-1BD579B9EE0E}" srcOrd="0" destOrd="1" presId="urn:microsoft.com/office/officeart/2005/8/layout/orgChart1"/>
    <dgm:cxn modelId="{6C8F908A-A2F2-4F17-AA5A-25C60F066B7D}" type="presOf" srcId="{12714FC6-8B41-47E5-91DD-F02D34D23B93}" destId="{E36491EF-5019-46FD-BC82-1BD579B9EE0E}" srcOrd="0" destOrd="0" presId="urn:microsoft.com/office/officeart/2005/8/layout/orgChart1"/>
    <dgm:cxn modelId="{3B52B2F6-8998-48ED-8267-2CAD3472533F}" type="presParOf" srcId="{E36491EF-5019-46FD-BC82-1BD579B9EE0E}" destId="{43B7C837-49D6-40CE-BBAB-953D9E4BA7ED}" srcOrd="0" destOrd="0" presId="urn:microsoft.com/office/officeart/2005/8/layout/orgChart1"/>
    <dgm:cxn modelId="{C73E7E5B-4AA5-469A-8C71-C69D115EB199}" type="presOf" srcId="{12714FC6-8B41-47E5-91DD-F02D34D23B93}" destId="{43B7C837-49D6-40CE-BBAB-953D9E4BA7ED}" srcOrd="0" destOrd="0" presId="urn:microsoft.com/office/officeart/2005/8/layout/orgChart1"/>
    <dgm:cxn modelId="{CC905960-7D60-46DF-A174-49F7B3923718}" type="presParOf" srcId="{E36491EF-5019-46FD-BC82-1BD579B9EE0E}" destId="{9A037140-9B69-4B9F-A134-F2F2EB0F2E32}" srcOrd="1" destOrd="0" presId="urn:microsoft.com/office/officeart/2005/8/layout/orgChart1"/>
    <dgm:cxn modelId="{A2A324C3-A63C-4B0B-9DEC-EBE032AB0E9D}" type="presOf" srcId="{12714FC6-8B41-47E5-91DD-F02D34D23B93}" destId="{9A037140-9B69-4B9F-A134-F2F2EB0F2E32}" srcOrd="0" destOrd="0" presId="urn:microsoft.com/office/officeart/2005/8/layout/orgChart1"/>
    <dgm:cxn modelId="{1E01CD3A-8358-412A-9F76-9CA05C8CBC7B}" type="presParOf" srcId="{D6C5C065-A308-417C-8ECC-04FC2BEC646C}" destId="{FA37AA5D-87C2-47F6-9B72-B753C073E744}" srcOrd="1" destOrd="1" presId="urn:microsoft.com/office/officeart/2005/8/layout/orgChart1"/>
    <dgm:cxn modelId="{49A011DC-C356-430D-A895-30EAC18B1F57}" type="presParOf" srcId="{FA37AA5D-87C2-47F6-9B72-B753C073E744}" destId="{2A461B48-543F-48AF-8DCC-9A762D796B5F}" srcOrd="0" destOrd="1" presId="urn:microsoft.com/office/officeart/2005/8/layout/orgChart1"/>
    <dgm:cxn modelId="{700AD750-D3E1-461C-B545-BE7087A307BB}" type="presOf" srcId="{FE5F55CC-A28E-4366-B894-16B212ECA5EC}" destId="{2A461B48-543F-48AF-8DCC-9A762D796B5F}" srcOrd="0" destOrd="0" presId="urn:microsoft.com/office/officeart/2005/8/layout/orgChart1"/>
    <dgm:cxn modelId="{041C6F08-EEC6-49B7-B64B-15CD69B1BDB3}" type="presParOf" srcId="{FA37AA5D-87C2-47F6-9B72-B753C073E744}" destId="{52162148-C825-4795-BB95-063D6837B98F}" srcOrd="1" destOrd="1" presId="urn:microsoft.com/office/officeart/2005/8/layout/orgChart1"/>
    <dgm:cxn modelId="{BCD7BD27-1458-4DD2-B844-A8A5DBA49D0A}" type="presParOf" srcId="{52162148-C825-4795-BB95-063D6837B98F}" destId="{EF373ACE-8944-4FD1-B887-02E4C067DF46}" srcOrd="0" destOrd="1" presId="urn:microsoft.com/office/officeart/2005/8/layout/orgChart1"/>
    <dgm:cxn modelId="{86789211-6EE2-4E96-AAB3-DF0EC0B41310}" type="presOf" srcId="{6D1D6098-D6FD-4D47-AA6B-78C37BE30A71}" destId="{EF373ACE-8944-4FD1-B887-02E4C067DF46}" srcOrd="0" destOrd="0" presId="urn:microsoft.com/office/officeart/2005/8/layout/orgChart1"/>
    <dgm:cxn modelId="{ED895E14-D7C5-4C17-866A-DF7BD75D23D1}" type="presParOf" srcId="{EF373ACE-8944-4FD1-B887-02E4C067DF46}" destId="{1838AAB7-8F0C-4CB1-91A9-A719FF96A0AB}" srcOrd="0" destOrd="0" presId="urn:microsoft.com/office/officeart/2005/8/layout/orgChart1"/>
    <dgm:cxn modelId="{CDFA3F04-3060-4589-9F92-A1FF409049A1}" type="presOf" srcId="{6D1D6098-D6FD-4D47-AA6B-78C37BE30A71}" destId="{1838AAB7-8F0C-4CB1-91A9-A719FF96A0AB}" srcOrd="0" destOrd="0" presId="urn:microsoft.com/office/officeart/2005/8/layout/orgChart1"/>
    <dgm:cxn modelId="{ACFA9C54-C9DB-4E1D-8F04-613CB2B64C8B}" type="presParOf" srcId="{EF373ACE-8944-4FD1-B887-02E4C067DF46}" destId="{2263A213-23BB-4E2C-8906-11F5B81645B6}" srcOrd="1" destOrd="0" presId="urn:microsoft.com/office/officeart/2005/8/layout/orgChart1"/>
    <dgm:cxn modelId="{1E77A9F3-6FD7-4DC9-9910-CEFB567794E2}" type="presOf" srcId="{6D1D6098-D6FD-4D47-AA6B-78C37BE30A71}" destId="{2263A213-23BB-4E2C-8906-11F5B81645B6}" srcOrd="0" destOrd="0" presId="urn:microsoft.com/office/officeart/2005/8/layout/orgChart1"/>
    <dgm:cxn modelId="{A14C8042-E430-4E78-8239-532864A8011C}" type="presParOf" srcId="{52162148-C825-4795-BB95-063D6837B98F}" destId="{8C419335-2FD1-46E9-8F20-C0901B02116F}" srcOrd="1" destOrd="1" presId="urn:microsoft.com/office/officeart/2005/8/layout/orgChart1"/>
    <dgm:cxn modelId="{9FFA7C5A-7042-45E0-813C-0B9E1CF02BB6}" type="presParOf" srcId="{52162148-C825-4795-BB95-063D6837B98F}" destId="{9114691E-B13D-4A6F-8A08-B423C0187196}" srcOrd="2" destOrd="1" presId="urn:microsoft.com/office/officeart/2005/8/layout/orgChart1"/>
    <dgm:cxn modelId="{C754276A-9695-4DB1-B819-60F683BA75D5}" type="presParOf" srcId="{D6C5C065-A308-417C-8ECC-04FC2BEC646C}" destId="{A7309641-2A58-41EA-9E42-56812CF298ED}" srcOrd="2" destOrd="1" presId="urn:microsoft.com/office/officeart/2005/8/layout/orgChart1"/>
    <dgm:cxn modelId="{058CF660-B240-454A-8535-0F3A1328B7CC}" type="presParOf" srcId="{9A0FF10C-81C7-47CD-A320-768F2009480B}" destId="{F492B679-3C8C-4E72-95A8-8B81298826E7}" srcOrd="2" destOrd="1" presId="urn:microsoft.com/office/officeart/2005/8/layout/orgChart1"/>
    <dgm:cxn modelId="{771B5D7B-7ED9-472D-A64E-94B04D66A9A4}" type="presOf" srcId="{8D5FB264-0A5C-4C3A-85B7-453D9BD837DF}" destId="{F492B679-3C8C-4E72-95A8-8B81298826E7}" srcOrd="0" destOrd="0" presId="urn:microsoft.com/office/officeart/2005/8/layout/orgChart1"/>
    <dgm:cxn modelId="{B18912E3-B365-4E8B-BC3B-137F4EFD7FDE}" type="presParOf" srcId="{9A0FF10C-81C7-47CD-A320-768F2009480B}" destId="{C6F584B9-7EA2-46D8-913B-8F508509ECAB}" srcOrd="3" destOrd="1" presId="urn:microsoft.com/office/officeart/2005/8/layout/orgChart1"/>
    <dgm:cxn modelId="{D273F547-5A06-48A0-9962-13F0F5E86060}" type="presParOf" srcId="{C6F584B9-7EA2-46D8-913B-8F508509ECAB}" destId="{6CAD9CE6-86A1-4F7D-98A6-3AF53F55F9E3}" srcOrd="0" destOrd="3" presId="urn:microsoft.com/office/officeart/2005/8/layout/orgChart1"/>
    <dgm:cxn modelId="{BF8ADE35-EF43-40BB-8830-75EA2142A596}" type="presOf" srcId="{4EC42421-831D-4CD3-8215-2AF4300F9C01}" destId="{6CAD9CE6-86A1-4F7D-98A6-3AF53F55F9E3}" srcOrd="0" destOrd="0" presId="urn:microsoft.com/office/officeart/2005/8/layout/orgChart1"/>
    <dgm:cxn modelId="{8DCC465B-D7A9-4500-941E-8AF958942D74}" type="presParOf" srcId="{6CAD9CE6-86A1-4F7D-98A6-3AF53F55F9E3}" destId="{08A0D1D2-3A20-4D63-8E35-B7C8B6B16D48}" srcOrd="0" destOrd="0" presId="urn:microsoft.com/office/officeart/2005/8/layout/orgChart1"/>
    <dgm:cxn modelId="{CDBD2274-DF99-4E22-88BA-2368F4277A17}" type="presOf" srcId="{4EC42421-831D-4CD3-8215-2AF4300F9C01}" destId="{08A0D1D2-3A20-4D63-8E35-B7C8B6B16D48}" srcOrd="0" destOrd="0" presId="urn:microsoft.com/office/officeart/2005/8/layout/orgChart1"/>
    <dgm:cxn modelId="{B50DB883-883A-4C9D-B49B-A295D4A53060}" type="presParOf" srcId="{6CAD9CE6-86A1-4F7D-98A6-3AF53F55F9E3}" destId="{6238C53E-A961-488B-8FBD-6EC13507B069}" srcOrd="1" destOrd="0" presId="urn:microsoft.com/office/officeart/2005/8/layout/orgChart1"/>
    <dgm:cxn modelId="{D48DA2FD-5461-43E9-AF95-2C9D716F4E99}" type="presOf" srcId="{4EC42421-831D-4CD3-8215-2AF4300F9C01}" destId="{6238C53E-A961-488B-8FBD-6EC13507B069}" srcOrd="0" destOrd="0" presId="urn:microsoft.com/office/officeart/2005/8/layout/orgChart1"/>
    <dgm:cxn modelId="{B956EE93-A4A6-4439-A56F-85F7F9BB557D}" type="presParOf" srcId="{C6F584B9-7EA2-46D8-913B-8F508509ECAB}" destId="{A9C46FD3-3BE9-4E6E-BFF6-B0B42B13F857}" srcOrd="1" destOrd="3" presId="urn:microsoft.com/office/officeart/2005/8/layout/orgChart1"/>
    <dgm:cxn modelId="{C0289694-C35A-4889-AF49-F29C3319BFF5}" type="presParOf" srcId="{C6F584B9-7EA2-46D8-913B-8F508509ECAB}" destId="{A663BBFB-A120-4F5B-82EC-DB644DB9966B}" srcOrd="2" destOrd="3" presId="urn:microsoft.com/office/officeart/2005/8/layout/orgChart1"/>
    <dgm:cxn modelId="{B5BE97DE-6873-4F37-A17B-1E7321ED5B20}" type="presParOf" srcId="{9A0FF10C-81C7-47CD-A320-768F2009480B}" destId="{AB3A8128-6C86-49B7-B5CC-0153888815E5}" srcOrd="4" destOrd="1" presId="urn:microsoft.com/office/officeart/2005/8/layout/orgChart1"/>
    <dgm:cxn modelId="{5ABE957D-1CCF-4267-83D1-EBD6CB4ED772}" type="presOf" srcId="{CCF68ADE-40B6-47D0-93C1-88EC13ADC8AC}" destId="{AB3A8128-6C86-49B7-B5CC-0153888815E5}" srcOrd="0" destOrd="0" presId="urn:microsoft.com/office/officeart/2005/8/layout/orgChart1"/>
    <dgm:cxn modelId="{168F37AF-8050-435F-82FF-DF851E628929}" type="presParOf" srcId="{9A0FF10C-81C7-47CD-A320-768F2009480B}" destId="{1A917F9A-DDE6-4568-B35C-7FABCEF0A586}" srcOrd="5" destOrd="1" presId="urn:microsoft.com/office/officeart/2005/8/layout/orgChart1"/>
    <dgm:cxn modelId="{24612E15-B2EA-4B44-9E78-BE87513AD030}" type="presParOf" srcId="{1A917F9A-DDE6-4568-B35C-7FABCEF0A586}" destId="{FA949B67-3DB7-47FA-97C9-4A653E762F22}" srcOrd="0" destOrd="5" presId="urn:microsoft.com/office/officeart/2005/8/layout/orgChart1"/>
    <dgm:cxn modelId="{47DB2495-413C-4DDE-99E9-1B9AF0A631BE}" type="presOf" srcId="{CF717C8A-B40B-4AFF-BF49-65ABB7DF8190}" destId="{FA949B67-3DB7-47FA-97C9-4A653E762F22}" srcOrd="0" destOrd="0" presId="urn:microsoft.com/office/officeart/2005/8/layout/orgChart1"/>
    <dgm:cxn modelId="{E2D25A45-5E2D-4AC9-BF9C-0DE63C4E38A9}" type="presParOf" srcId="{FA949B67-3DB7-47FA-97C9-4A653E762F22}" destId="{7D64F4A3-0E55-47AC-A59B-9D5A9DC25552}" srcOrd="0" destOrd="0" presId="urn:microsoft.com/office/officeart/2005/8/layout/orgChart1"/>
    <dgm:cxn modelId="{2EEEC275-1AB9-4E64-93EE-49551CE9EE1A}" type="presOf" srcId="{CF717C8A-B40B-4AFF-BF49-65ABB7DF8190}" destId="{7D64F4A3-0E55-47AC-A59B-9D5A9DC25552}" srcOrd="0" destOrd="0" presId="urn:microsoft.com/office/officeart/2005/8/layout/orgChart1"/>
    <dgm:cxn modelId="{8626BD7D-010A-4F2D-A357-460906773C29}" type="presParOf" srcId="{FA949B67-3DB7-47FA-97C9-4A653E762F22}" destId="{5667CB49-EC34-46BC-AD2D-72F3BD95D049}" srcOrd="1" destOrd="0" presId="urn:microsoft.com/office/officeart/2005/8/layout/orgChart1"/>
    <dgm:cxn modelId="{782DD519-B3BA-4BA9-AD33-5656E8D1E965}" type="presOf" srcId="{CF717C8A-B40B-4AFF-BF49-65ABB7DF8190}" destId="{5667CB49-EC34-46BC-AD2D-72F3BD95D049}" srcOrd="0" destOrd="0" presId="urn:microsoft.com/office/officeart/2005/8/layout/orgChart1"/>
    <dgm:cxn modelId="{2DDFF22A-75CD-48A0-8DD0-D2630685556A}" type="presParOf" srcId="{1A917F9A-DDE6-4568-B35C-7FABCEF0A586}" destId="{EB3A10DA-2FA4-4DAD-8341-8078D7F83716}" srcOrd="1" destOrd="5" presId="urn:microsoft.com/office/officeart/2005/8/layout/orgChart1"/>
    <dgm:cxn modelId="{C001C538-373D-4F80-B165-7F749A05E95B}" type="presParOf" srcId="{1A917F9A-DDE6-4568-B35C-7FABCEF0A586}" destId="{B05C5608-85C8-433E-A928-1755312B673B}" srcOrd="2" destOrd="5" presId="urn:microsoft.com/office/officeart/2005/8/layout/orgChart1"/>
    <dgm:cxn modelId="{0F92738F-9ABE-4AEF-A968-222C091A914F}" type="presParOf" srcId="{9A0FF10C-81C7-47CD-A320-768F2009480B}" destId="{3C038928-C3D9-4DDC-AFCC-FE146585430E}" srcOrd="6" destOrd="1" presId="urn:microsoft.com/office/officeart/2005/8/layout/orgChart1"/>
    <dgm:cxn modelId="{1320BD8F-C4B0-4AC0-A88C-8E7EC9671E43}" type="presOf" srcId="{36250170-DAF7-4D59-A4A3-523F1C6FD272}" destId="{3C038928-C3D9-4DDC-AFCC-FE146585430E}" srcOrd="0" destOrd="0" presId="urn:microsoft.com/office/officeart/2005/8/layout/orgChart1"/>
    <dgm:cxn modelId="{6A805A29-B123-496A-9834-4D114EED7888}" type="presParOf" srcId="{9A0FF10C-81C7-47CD-A320-768F2009480B}" destId="{828060FA-C875-4E00-9032-E99A91DF896A}" srcOrd="7" destOrd="1" presId="urn:microsoft.com/office/officeart/2005/8/layout/orgChart1"/>
    <dgm:cxn modelId="{157D6465-BF52-47F4-BAA4-895E09BB95D9}" type="presParOf" srcId="{828060FA-C875-4E00-9032-E99A91DF896A}" destId="{90F3162B-800D-4B9A-ABF0-EBEEF61D9F4C}" srcOrd="0" destOrd="7" presId="urn:microsoft.com/office/officeart/2005/8/layout/orgChart1"/>
    <dgm:cxn modelId="{542D19A2-F9AC-4A5F-A962-AD23FA1280FD}" type="presOf" srcId="{7F01143B-F572-40A4-8054-6BB69783574C}" destId="{90F3162B-800D-4B9A-ABF0-EBEEF61D9F4C}" srcOrd="0" destOrd="0" presId="urn:microsoft.com/office/officeart/2005/8/layout/orgChart1"/>
    <dgm:cxn modelId="{0169768D-854D-4756-A72C-3C30ACE28DA2}" type="presParOf" srcId="{90F3162B-800D-4B9A-ABF0-EBEEF61D9F4C}" destId="{11563017-F08F-4229-A6C3-FAC68AB5C636}" srcOrd="0" destOrd="0" presId="urn:microsoft.com/office/officeart/2005/8/layout/orgChart1"/>
    <dgm:cxn modelId="{E69388F0-798B-4FA7-8E28-F908C008DCB1}" type="presOf" srcId="{7F01143B-F572-40A4-8054-6BB69783574C}" destId="{11563017-F08F-4229-A6C3-FAC68AB5C636}" srcOrd="0" destOrd="0" presId="urn:microsoft.com/office/officeart/2005/8/layout/orgChart1"/>
    <dgm:cxn modelId="{AEECC4EB-4FBD-47F8-B730-99D41EFB5D74}" type="presParOf" srcId="{90F3162B-800D-4B9A-ABF0-EBEEF61D9F4C}" destId="{6F0A63D9-75BC-4DEE-AFC7-48191EB77D53}" srcOrd="1" destOrd="0" presId="urn:microsoft.com/office/officeart/2005/8/layout/orgChart1"/>
    <dgm:cxn modelId="{E483D254-4A4F-4071-8DD1-674629592556}" type="presOf" srcId="{7F01143B-F572-40A4-8054-6BB69783574C}" destId="{6F0A63D9-75BC-4DEE-AFC7-48191EB77D53}" srcOrd="0" destOrd="0" presId="urn:microsoft.com/office/officeart/2005/8/layout/orgChart1"/>
    <dgm:cxn modelId="{110CF796-5BE9-461D-A63E-ED5C30A6D8ED}" type="presParOf" srcId="{828060FA-C875-4E00-9032-E99A91DF896A}" destId="{3C40D926-49C8-4F46-873C-1BB9D4ECB721}" srcOrd="1" destOrd="7" presId="urn:microsoft.com/office/officeart/2005/8/layout/orgChart1"/>
    <dgm:cxn modelId="{CA0825C8-34C5-434D-A4B2-6A8C30454A01}" type="presParOf" srcId="{828060FA-C875-4E00-9032-E99A91DF896A}" destId="{FF28BED8-1507-414A-B6D0-85FE3157AB8E}" srcOrd="2" destOrd="7" presId="urn:microsoft.com/office/officeart/2005/8/layout/orgChart1"/>
    <dgm:cxn modelId="{C909F8FA-1B00-4188-BE1F-E2B98E69A2F3}" type="presParOf" srcId="{F728C3E8-5128-4BB6-90CC-A86769ECE335}" destId="{0E819307-1B4E-434E-BA76-D5A4192B066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8128000" cy="5418455"/>
        <a:chOff x="0" y="0"/>
        <a:chExt cx="8128000" cy="5418455"/>
      </a:xfrm>
    </dsp:grpSpPr>
    <dsp:sp modelId="{6A259130-4455-44E0-969B-948D1249687E}">
      <dsp:nvSpPr>
        <dsp:cNvPr id="5" name="Freeform 4"/>
        <dsp:cNvSpPr/>
      </dsp:nvSpPr>
      <dsp:spPr bwMode="white">
        <a:xfrm>
          <a:off x="877754" y="1893426"/>
          <a:ext cx="3186246" cy="376925"/>
        </a:xfrm>
        <a:custGeom>
          <a:avLst/>
          <a:gdLst/>
          <a:ahLst/>
          <a:cxnLst/>
          <a:pathLst>
            <a:path w="5018" h="594">
              <a:moveTo>
                <a:pt x="5018" y="0"/>
              </a:moveTo>
              <a:lnTo>
                <a:pt x="5018" y="303"/>
              </a:lnTo>
              <a:lnTo>
                <a:pt x="0" y="303"/>
              </a:lnTo>
              <a:lnTo>
                <a:pt x="0" y="594"/>
              </a:lnTo>
            </a:path>
          </a:pathLst>
        </a:custGeom>
      </dsp:spPr>
      <dsp:style>
        <a:lnRef idx="2">
          <a:schemeClr val="dk2">
            <a:shade val="60000"/>
          </a:schemeClr>
        </a:lnRef>
        <a:fillRef idx="0">
          <a:schemeClr val="dk2"/>
        </a:fillRef>
        <a:effectRef idx="0">
          <a:scrgbClr r="0" g="0" b="0"/>
        </a:effectRef>
        <a:fontRef idx="minor"/>
      </dsp:style>
      <dsp:txXfrm>
        <a:off x="877754" y="1893426"/>
        <a:ext cx="3186246" cy="376925"/>
      </dsp:txXfrm>
    </dsp:sp>
    <dsp:sp modelId="{2A461B48-543F-48AF-8DCC-9A762D796B5F}">
      <dsp:nvSpPr>
        <dsp:cNvPr id="8" name="Freeform 7"/>
        <dsp:cNvSpPr/>
      </dsp:nvSpPr>
      <dsp:spPr bwMode="white">
        <a:xfrm>
          <a:off x="175551" y="3148104"/>
          <a:ext cx="263326" cy="807533"/>
        </a:xfrm>
        <a:custGeom>
          <a:avLst/>
          <a:gdLst/>
          <a:ahLst/>
          <a:cxnLst/>
          <a:pathLst>
            <a:path w="415" h="1272">
              <a:moveTo>
                <a:pt x="0" y="0"/>
              </a:moveTo>
              <a:lnTo>
                <a:pt x="0" y="1272"/>
              </a:lnTo>
              <a:lnTo>
                <a:pt x="415" y="1272"/>
              </a:lnTo>
            </a:path>
          </a:pathLst>
        </a:custGeom>
      </dsp:spPr>
      <dsp:style>
        <a:lnRef idx="2">
          <a:schemeClr val="dk2">
            <a:shade val="80000"/>
          </a:schemeClr>
        </a:lnRef>
        <a:fillRef idx="0">
          <a:schemeClr val="dk2"/>
        </a:fillRef>
        <a:effectRef idx="0">
          <a:scrgbClr r="0" g="0" b="0"/>
        </a:effectRef>
        <a:fontRef idx="minor"/>
      </dsp:style>
      <dsp:txXfrm>
        <a:off x="175551" y="3148104"/>
        <a:ext cx="263326" cy="807533"/>
      </dsp:txXfrm>
    </dsp:sp>
    <dsp:sp modelId="{F492B679-3C8C-4E72-95A8-8B81298826E7}">
      <dsp:nvSpPr>
        <dsp:cNvPr id="11" name="Freeform 10"/>
        <dsp:cNvSpPr/>
      </dsp:nvSpPr>
      <dsp:spPr bwMode="white">
        <a:xfrm>
          <a:off x="3001918" y="1893426"/>
          <a:ext cx="1062082" cy="376925"/>
        </a:xfrm>
        <a:custGeom>
          <a:avLst/>
          <a:gdLst/>
          <a:ahLst/>
          <a:cxnLst/>
          <a:pathLst>
            <a:path w="1673" h="594">
              <a:moveTo>
                <a:pt x="1673" y="0"/>
              </a:moveTo>
              <a:lnTo>
                <a:pt x="1673" y="303"/>
              </a:lnTo>
              <a:lnTo>
                <a:pt x="0" y="303"/>
              </a:lnTo>
              <a:lnTo>
                <a:pt x="0" y="594"/>
              </a:lnTo>
            </a:path>
          </a:pathLst>
        </a:custGeom>
      </dsp:spPr>
      <dsp:style>
        <a:lnRef idx="2">
          <a:schemeClr val="dk2">
            <a:shade val="60000"/>
          </a:schemeClr>
        </a:lnRef>
        <a:fillRef idx="0">
          <a:schemeClr val="dk2"/>
        </a:fillRef>
        <a:effectRef idx="0">
          <a:scrgbClr r="0" g="0" b="0"/>
        </a:effectRef>
        <a:fontRef idx="minor"/>
      </dsp:style>
      <dsp:txXfrm>
        <a:off x="3001918" y="1893426"/>
        <a:ext cx="1062082" cy="376925"/>
      </dsp:txXfrm>
    </dsp:sp>
    <dsp:sp modelId="{AB3A8128-6C86-49B7-B5CC-0153888815E5}">
      <dsp:nvSpPr>
        <dsp:cNvPr id="14" name="Freeform 13"/>
        <dsp:cNvSpPr/>
      </dsp:nvSpPr>
      <dsp:spPr bwMode="white">
        <a:xfrm>
          <a:off x="4064000" y="1893426"/>
          <a:ext cx="1062082" cy="376925"/>
        </a:xfrm>
        <a:custGeom>
          <a:avLst/>
          <a:gdLst/>
          <a:ahLst/>
          <a:cxnLst/>
          <a:pathLst>
            <a:path w="1673" h="594">
              <a:moveTo>
                <a:pt x="0" y="0"/>
              </a:moveTo>
              <a:lnTo>
                <a:pt x="0" y="303"/>
              </a:lnTo>
              <a:lnTo>
                <a:pt x="1673" y="303"/>
              </a:lnTo>
              <a:lnTo>
                <a:pt x="1673" y="594"/>
              </a:lnTo>
            </a:path>
          </a:pathLst>
        </a:custGeom>
      </dsp:spPr>
      <dsp:style>
        <a:lnRef idx="2">
          <a:schemeClr val="dk2">
            <a:shade val="60000"/>
          </a:schemeClr>
        </a:lnRef>
        <a:fillRef idx="0">
          <a:schemeClr val="dk2"/>
        </a:fillRef>
        <a:effectRef idx="0">
          <a:scrgbClr r="0" g="0" b="0"/>
        </a:effectRef>
        <a:fontRef idx="minor"/>
      </dsp:style>
      <dsp:txXfrm>
        <a:off x="4064000" y="1893426"/>
        <a:ext cx="1062082" cy="376925"/>
      </dsp:txXfrm>
    </dsp:sp>
    <dsp:sp modelId="{3C038928-C3D9-4DDC-AFCC-FE146585430E}">
      <dsp:nvSpPr>
        <dsp:cNvPr id="17" name="Freeform 16"/>
        <dsp:cNvSpPr/>
      </dsp:nvSpPr>
      <dsp:spPr bwMode="white">
        <a:xfrm>
          <a:off x="4064000" y="1893426"/>
          <a:ext cx="3186246" cy="376925"/>
        </a:xfrm>
        <a:custGeom>
          <a:avLst/>
          <a:gdLst/>
          <a:ahLst/>
          <a:cxnLst/>
          <a:pathLst>
            <a:path w="5018" h="594">
              <a:moveTo>
                <a:pt x="0" y="0"/>
              </a:moveTo>
              <a:lnTo>
                <a:pt x="0" y="303"/>
              </a:lnTo>
              <a:lnTo>
                <a:pt x="5018" y="303"/>
              </a:lnTo>
              <a:lnTo>
                <a:pt x="5018" y="594"/>
              </a:lnTo>
            </a:path>
          </a:pathLst>
        </a:custGeom>
      </dsp:spPr>
      <dsp:style>
        <a:lnRef idx="2">
          <a:schemeClr val="dk2">
            <a:shade val="60000"/>
          </a:schemeClr>
        </a:lnRef>
        <a:fillRef idx="0">
          <a:schemeClr val="dk2"/>
        </a:fillRef>
        <a:effectRef idx="0">
          <a:scrgbClr r="0" g="0" b="0"/>
        </a:effectRef>
        <a:fontRef idx="minor"/>
      </dsp:style>
      <dsp:txXfrm>
        <a:off x="4064000" y="1893426"/>
        <a:ext cx="3186246" cy="376925"/>
      </dsp:txXfrm>
    </dsp:sp>
    <dsp:sp modelId="{AE79172D-D441-42BB-84EA-E3D989670DED}">
      <dsp:nvSpPr>
        <dsp:cNvPr id="3" name="Rectangles 2"/>
        <dsp:cNvSpPr/>
      </dsp:nvSpPr>
      <dsp:spPr bwMode="white">
        <a:xfrm>
          <a:off x="3186246" y="1015672"/>
          <a:ext cx="1755508" cy="877754"/>
        </a:xfrm>
        <a:prstGeom prst="rect">
          <a:avLst/>
        </a:prstGeom>
      </dsp:spPr>
      <dsp:style>
        <a:lnRef idx="2">
          <a:schemeClr val="lt2"/>
        </a:lnRef>
        <a:fillRef idx="1">
          <a:schemeClr val="dk2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9525" tIns="9525" rIns="9525" bIns="9525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>main( )</a:t>
          </a:r>
          <a:endParaRPr lang="zh-CN" alt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sym typeface="+mn-ea"/>
          </a:endParaRPr>
        </a:p>
      </dsp:txBody>
      <dsp:txXfrm>
        <a:off x="3186246" y="1015672"/>
        <a:ext cx="1755508" cy="877754"/>
      </dsp:txXfrm>
    </dsp:sp>
    <dsp:sp modelId="{43B7C837-49D6-40CE-BBAB-953D9E4BA7ED}">
      <dsp:nvSpPr>
        <dsp:cNvPr id="6" name="Rectangles 5"/>
        <dsp:cNvSpPr/>
      </dsp:nvSpPr>
      <dsp:spPr bwMode="white">
        <a:xfrm>
          <a:off x="0" y="2270351"/>
          <a:ext cx="1755508" cy="877754"/>
        </a:xfrm>
        <a:prstGeom prst="rect">
          <a:avLst/>
        </a:prstGeom>
      </dsp:spPr>
      <dsp:style>
        <a:lnRef idx="2">
          <a:schemeClr val="lt2"/>
        </a:lnRef>
        <a:fillRef idx="1">
          <a:schemeClr val="dk2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9525" tIns="9525" rIns="9525" bIns="9525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>display_</a:t>
          </a:r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>scores</a:t>
          </a:r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>( )</a:t>
          </a:r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2270351"/>
        <a:ext cx="1755508" cy="877754"/>
      </dsp:txXfrm>
    </dsp:sp>
    <dsp:sp modelId="{1838AAB7-8F0C-4CB1-91A9-A719FF96A0AB}">
      <dsp:nvSpPr>
        <dsp:cNvPr id="9" name="Rectangles 8"/>
        <dsp:cNvSpPr/>
      </dsp:nvSpPr>
      <dsp:spPr bwMode="white">
        <a:xfrm>
          <a:off x="438877" y="3516761"/>
          <a:ext cx="1755508" cy="877754"/>
        </a:xfrm>
        <a:prstGeom prst="rect">
          <a:avLst/>
        </a:prstGeom>
      </dsp:spPr>
      <dsp:style>
        <a:lnRef idx="2">
          <a:schemeClr val="lt2"/>
        </a:lnRef>
        <a:fillRef idx="1">
          <a:schemeClr val="dk2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9525" tIns="9525" rIns="9525" bIns="9525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>r</a:t>
          </a:r>
          <a:r>
            <a:rPr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>ead_</a:t>
          </a:r>
          <a:r>
            <a:rPr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>history</a:t>
          </a:r>
          <a:r>
            <a:rPr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>( )</a:t>
          </a:r>
          <a:endParaRPr alt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438877" y="3516761"/>
        <a:ext cx="1755508" cy="877754"/>
      </dsp:txXfrm>
    </dsp:sp>
    <dsp:sp modelId="{08A0D1D2-3A20-4D63-8E35-B7C8B6B16D48}">
      <dsp:nvSpPr>
        <dsp:cNvPr id="12" name="Rectangles 11"/>
        <dsp:cNvSpPr/>
      </dsp:nvSpPr>
      <dsp:spPr bwMode="white">
        <a:xfrm>
          <a:off x="2124164" y="2270351"/>
          <a:ext cx="1755508" cy="877754"/>
        </a:xfrm>
        <a:prstGeom prst="rect">
          <a:avLst/>
        </a:prstGeom>
      </dsp:spPr>
      <dsp:style>
        <a:lnRef idx="2">
          <a:schemeClr val="lt2"/>
        </a:lnRef>
        <a:fillRef idx="1">
          <a:schemeClr val="dk2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9525" tIns="9525" rIns="9525" bIns="9525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>get_player_name( )</a:t>
          </a:r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124164" y="2270351"/>
        <a:ext cx="1755508" cy="877754"/>
      </dsp:txXfrm>
    </dsp:sp>
    <dsp:sp modelId="{7D64F4A3-0E55-47AC-A59B-9D5A9DC25552}">
      <dsp:nvSpPr>
        <dsp:cNvPr id="15" name="Rectangles 14"/>
        <dsp:cNvSpPr/>
      </dsp:nvSpPr>
      <dsp:spPr bwMode="white">
        <a:xfrm>
          <a:off x="4248328" y="2270351"/>
          <a:ext cx="1755508" cy="877754"/>
        </a:xfrm>
        <a:prstGeom prst="rect">
          <a:avLst/>
        </a:prstGeom>
      </dsp:spPr>
      <dsp:style>
        <a:lnRef idx="2">
          <a:schemeClr val="lt2"/>
        </a:lnRef>
        <a:fillRef idx="1">
          <a:schemeClr val="dk2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9525" tIns="9525" rIns="9525" bIns="9525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>repeat</a:t>
          </a:r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>_</a:t>
          </a:r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>game</a:t>
          </a:r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>( )</a:t>
          </a:r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4248328" y="2270351"/>
        <a:ext cx="1755508" cy="877754"/>
      </dsp:txXfrm>
    </dsp:sp>
    <dsp:sp modelId="{11563017-F08F-4229-A6C3-FAC68AB5C636}">
      <dsp:nvSpPr>
        <dsp:cNvPr id="18" name="Rectangles 17"/>
        <dsp:cNvSpPr/>
      </dsp:nvSpPr>
      <dsp:spPr bwMode="white">
        <a:xfrm>
          <a:off x="6372492" y="2270351"/>
          <a:ext cx="1755508" cy="877754"/>
        </a:xfrm>
        <a:prstGeom prst="rect">
          <a:avLst/>
        </a:prstGeom>
      </dsp:spPr>
      <dsp:style>
        <a:lnRef idx="2">
          <a:schemeClr val="lt2"/>
        </a:lnRef>
        <a:fillRef idx="1">
          <a:schemeClr val="dk2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9525" tIns="9525" rIns="9525" bIns="9525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>store</a:t>
          </a:r>
          <a:r>
            <a:rPr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>_</a:t>
          </a:r>
          <a:r>
            <a:rPr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>name</a:t>
          </a:r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rPr>
            <a:t>( )</a:t>
          </a:r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sym typeface="+mn-ea"/>
          </a:endParaRPr>
        </a:p>
      </dsp:txBody>
      <dsp:txXfrm>
        <a:off x="6372492" y="2270351"/>
        <a:ext cx="1755508" cy="877754"/>
      </dsp:txXfrm>
    </dsp:sp>
    <dsp:sp modelId="{86420519-308D-4A6A-8FEA-6FB2E39BA448}">
      <dsp:nvSpPr>
        <dsp:cNvPr id="4" name="Rectangles 3" hidden="1"/>
        <dsp:cNvSpPr/>
      </dsp:nvSpPr>
      <dsp:spPr>
        <a:xfrm>
          <a:off x="3186246" y="1015672"/>
          <a:ext cx="351102" cy="877754"/>
        </a:xfrm>
        <a:prstGeom prst="rect">
          <a:avLst/>
        </a:prstGeom>
      </dsp:spPr>
      <dsp:txXfrm>
        <a:off x="3186246" y="1015672"/>
        <a:ext cx="351102" cy="877754"/>
      </dsp:txXfrm>
    </dsp:sp>
    <dsp:sp modelId="{9A037140-9B69-4B9F-A134-F2F2EB0F2E32}">
      <dsp:nvSpPr>
        <dsp:cNvPr id="7" name="Rectangles 6" hidden="1"/>
        <dsp:cNvSpPr/>
      </dsp:nvSpPr>
      <dsp:spPr>
        <a:xfrm>
          <a:off x="0" y="2270351"/>
          <a:ext cx="351102" cy="877754"/>
        </a:xfrm>
        <a:prstGeom prst="rect">
          <a:avLst/>
        </a:prstGeom>
      </dsp:spPr>
      <dsp:txXfrm>
        <a:off x="0" y="2270351"/>
        <a:ext cx="351102" cy="877754"/>
      </dsp:txXfrm>
    </dsp:sp>
    <dsp:sp modelId="{2263A213-23BB-4E2C-8906-11F5B81645B6}">
      <dsp:nvSpPr>
        <dsp:cNvPr id="10" name="Rectangles 9" hidden="1"/>
        <dsp:cNvSpPr/>
      </dsp:nvSpPr>
      <dsp:spPr>
        <a:xfrm>
          <a:off x="438877" y="3516761"/>
          <a:ext cx="351102" cy="877754"/>
        </a:xfrm>
        <a:prstGeom prst="rect">
          <a:avLst/>
        </a:prstGeom>
      </dsp:spPr>
      <dsp:txXfrm>
        <a:off x="438877" y="3516761"/>
        <a:ext cx="351102" cy="877754"/>
      </dsp:txXfrm>
    </dsp:sp>
    <dsp:sp modelId="{6238C53E-A961-488B-8FBD-6EC13507B069}">
      <dsp:nvSpPr>
        <dsp:cNvPr id="13" name="Rectangles 12" hidden="1"/>
        <dsp:cNvSpPr/>
      </dsp:nvSpPr>
      <dsp:spPr>
        <a:xfrm>
          <a:off x="2124164" y="2270351"/>
          <a:ext cx="351102" cy="877754"/>
        </a:xfrm>
        <a:prstGeom prst="rect">
          <a:avLst/>
        </a:prstGeom>
      </dsp:spPr>
      <dsp:txXfrm>
        <a:off x="2124164" y="2270351"/>
        <a:ext cx="351102" cy="877754"/>
      </dsp:txXfrm>
    </dsp:sp>
    <dsp:sp modelId="{5667CB49-EC34-46BC-AD2D-72F3BD95D049}">
      <dsp:nvSpPr>
        <dsp:cNvPr id="16" name="Rectangles 15" hidden="1"/>
        <dsp:cNvSpPr/>
      </dsp:nvSpPr>
      <dsp:spPr>
        <a:xfrm>
          <a:off x="4248328" y="2270351"/>
          <a:ext cx="351102" cy="877754"/>
        </a:xfrm>
        <a:prstGeom prst="rect">
          <a:avLst/>
        </a:prstGeom>
      </dsp:spPr>
      <dsp:txXfrm>
        <a:off x="4248328" y="2270351"/>
        <a:ext cx="351102" cy="877754"/>
      </dsp:txXfrm>
    </dsp:sp>
    <dsp:sp modelId="{6F0A63D9-75BC-4DEE-AFC7-48191EB77D53}">
      <dsp:nvSpPr>
        <dsp:cNvPr id="19" name="Rectangles 18" hidden="1"/>
        <dsp:cNvSpPr/>
      </dsp:nvSpPr>
      <dsp:spPr>
        <a:xfrm>
          <a:off x="6372492" y="2270351"/>
          <a:ext cx="351102" cy="877754"/>
        </a:xfrm>
        <a:prstGeom prst="rect">
          <a:avLst/>
        </a:prstGeom>
      </dsp:spPr>
      <dsp:txXfrm>
        <a:off x="6372492" y="2270351"/>
        <a:ext cx="351102" cy="8777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linDir" val="fromT"/>
                  <dgm:param type="chAlign" val="r"/>
                </dgm:alg>
              </dgm:if>
              <dgm:if name="Name23" func="var" arg="hierBranch" op="equ" val="r">
                <dgm:alg type="hierChild">
                  <dgm:param type="linDir" val="fromT"/>
                  <dgm:param type="chAlign" val="l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linDir" val="fromL"/>
                      <dgm:param type="chAlign" val="l"/>
                      <dgm:param type="secLinDir" val="fromT"/>
                      <dgm:param type="secChAlign" val="t"/>
                    </dgm:alg>
                  </dgm:if>
                  <dgm:else name="Name27">
                    <dgm:alg type="hierChild">
                      <dgm:param type="linDir" val="fromR"/>
                      <dgm:param type="chAlign" val="l"/>
                      <dgm:param type="secLinDir" val="fromT"/>
                      <dgm:param type="secChAlign" val="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srcNode" val="rootConnector"/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srcNode" val="rootConnector1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srcNode" val="rootConnector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85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89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05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linDir" val="fromL"/>
                  <dgm:param type="chAlign" val="l"/>
                  <dgm:param type="secLinDir" val="fromT"/>
                  <dgm:param type="secChAlign" val="t"/>
                </dgm:alg>
              </dgm:if>
              <dgm:else name="Name109">
                <dgm:alg type="hierChild">
                  <dgm:param type="linDir" val="fromR"/>
                  <dgm:param type="chAlign" val="l"/>
                  <dgm:param type="secLinDir" val="fromT"/>
                  <dgm:param type="secChAlign" val="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dim" val="1D"/>
                    <dgm:param type="endSty" val="noArr"/>
                    <dgm:param type="connRout" val="bend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129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133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46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7" name="Group 16"/>
          <p:cNvGrpSpPr/>
          <p:nvPr/>
        </p:nvGrpSpPr>
        <p:grpSpPr>
          <a:xfrm>
            <a:off x="635" y="340"/>
            <a:ext cx="12190730" cy="6857365"/>
            <a:chOff x="1" y="140"/>
            <a:chExt cx="13391" cy="7035"/>
          </a:xfrm>
        </p:grpSpPr>
        <p:sp>
          <p:nvSpPr>
            <p:cNvPr id="9" name="Rectangles 8"/>
            <p:cNvSpPr/>
            <p:nvPr/>
          </p:nvSpPr>
          <p:spPr>
            <a:xfrm>
              <a:off x="1" y="140"/>
              <a:ext cx="13391" cy="7035"/>
            </a:xfrm>
            <a:prstGeom prst="rect">
              <a:avLst/>
            </a:prstGeom>
            <a:gradFill>
              <a:gsLst>
                <a:gs pos="0">
                  <a:schemeClr val="tx2">
                    <a:lumMod val="60000"/>
                    <a:lumOff val="40000"/>
                  </a:schemeClr>
                </a:gs>
                <a:gs pos="100000">
                  <a:schemeClr val="tx2">
                    <a:lumMod val="75000"/>
                  </a:schemeClr>
                </a:gs>
              </a:gsLst>
              <a:lin ang="5400000" scaled="0"/>
            </a:gradFill>
            <a:ln w="12700" cmpd="sng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Text Box 11"/>
            <p:cNvSpPr txBox="1"/>
            <p:nvPr/>
          </p:nvSpPr>
          <p:spPr>
            <a:xfrm>
              <a:off x="2052" y="2655"/>
              <a:ext cx="9290" cy="85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p>
              <a:pPr algn="ctr"/>
              <a:r>
                <a:rPr lang="en-US" altLang="zh-CN" sz="4800" b="1">
                  <a:ln w="12700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+mn-ea"/>
                </a:rPr>
                <a:t>Game: Guess a Number</a:t>
              </a:r>
              <a:endParaRPr lang="en-US" altLang="zh-CN" sz="4800" b="1">
                <a:ln w="1270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charset="0"/>
                <a:cs typeface="Arial Black" panose="020B0A04020102020204" charset="0"/>
                <a:sym typeface="+mn-ea"/>
              </a:endParaRPr>
            </a:p>
          </p:txBody>
        </p:sp>
      </p:grpSp>
      <p:sp>
        <p:nvSpPr>
          <p:cNvPr id="4" name="Text Box 3"/>
          <p:cNvSpPr txBox="1"/>
          <p:nvPr/>
        </p:nvSpPr>
        <p:spPr>
          <a:xfrm>
            <a:off x="1215390" y="4312285"/>
            <a:ext cx="9761855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en-US" altLang="zh-CN" sz="2000">
                <a:ln w="12700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charset="0"/>
                <a:cs typeface="Arial Black" panose="020B0A04020102020204" charset="0"/>
                <a:sym typeface="+mn-ea"/>
              </a:rPr>
              <a:t>Zoey Zhang</a:t>
            </a:r>
            <a:endParaRPr lang="en-US" altLang="zh-CN" sz="2000">
              <a:ln w="12700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charset="0"/>
              <a:cs typeface="Arial Black" panose="020B0A04020102020204" charset="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aphicFrame>
        <p:nvGraphicFramePr>
          <p:cNvPr id="2" name="Diagram 1"/>
          <p:cNvGraphicFramePr/>
          <p:nvPr/>
        </p:nvGraphicFramePr>
        <p:xfrm>
          <a:off x="3703320" y="1439545"/>
          <a:ext cx="8128000" cy="54184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441325" y="1275715"/>
            <a:ext cx="113099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b="1">
                <a:solidFill>
                  <a:schemeClr val="tx2">
                    <a:lumMod val="75000"/>
                  </a:schemeClr>
                </a:solidFill>
              </a:rPr>
              <a:t>This project is a simple number guessing game where the user tries to guess a randomly generated number.</a:t>
            </a:r>
            <a:endParaRPr lang="en-US" b="1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41325" y="2347595"/>
            <a:ext cx="2565400" cy="2306955"/>
          </a:xfrm>
          <a:prstGeom prst="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p>
            <a:pPr indent="0" algn="l">
              <a:buFont typeface="Arial" panose="020B0604020202020204" pitchFamily="34" charset="0"/>
              <a:buNone/>
            </a:pPr>
            <a:r>
              <a:rPr lang="en-US" b="1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Features:</a:t>
            </a:r>
            <a:endParaRPr lang="en-US" b="1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Read history.txt file</a:t>
            </a: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Random number</a:t>
            </a: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User input</a:t>
            </a: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Too high / Too low</a:t>
            </a: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Loop until correct</a:t>
            </a: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Play again</a:t>
            </a: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Write in history.txt</a:t>
            </a: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635" y="252730"/>
            <a:ext cx="12191365" cy="596544"/>
            <a:chOff x="1" y="398"/>
            <a:chExt cx="19199" cy="612"/>
          </a:xfrm>
        </p:grpSpPr>
        <p:sp>
          <p:nvSpPr>
            <p:cNvPr id="6" name="Rectangles 5"/>
            <p:cNvSpPr/>
            <p:nvPr/>
          </p:nvSpPr>
          <p:spPr>
            <a:xfrm>
              <a:off x="1" y="398"/>
              <a:ext cx="19199" cy="612"/>
            </a:xfrm>
            <a:prstGeom prst="rect">
              <a:avLst/>
            </a:prstGeom>
            <a:gradFill>
              <a:gsLst>
                <a:gs pos="0">
                  <a:schemeClr val="tx2">
                    <a:lumMod val="60000"/>
                    <a:lumOff val="40000"/>
                  </a:schemeClr>
                </a:gs>
                <a:gs pos="100000">
                  <a:schemeClr val="tx2">
                    <a:lumMod val="75000"/>
                  </a:schemeClr>
                </a:gs>
              </a:gsLst>
              <a:lin ang="5400000" scaled="0"/>
            </a:gradFill>
            <a:ln w="12700" cmpd="sng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" name="Text Box 6"/>
            <p:cNvSpPr txBox="1"/>
            <p:nvPr/>
          </p:nvSpPr>
          <p:spPr>
            <a:xfrm>
              <a:off x="632" y="500"/>
              <a:ext cx="5347" cy="40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p>
              <a:pPr algn="ctr"/>
              <a:r>
                <a:rPr lang="en-US" altLang="zh-CN" sz="2000" b="1">
                  <a:ln w="12700">
                    <a:noFill/>
                    <a:prstDash val="solid"/>
                  </a:ln>
                  <a:solidFill>
                    <a:schemeClr val="bg1"/>
                  </a:solidFill>
                  <a:effectLst/>
                  <a:sym typeface="+mn-ea"/>
                </a:rPr>
                <a:t>Game: Guess a Number</a:t>
              </a:r>
              <a:endParaRPr lang="en-US" altLang="zh-CN" sz="2000" b="1">
                <a:ln w="12700">
                  <a:noFill/>
                  <a:prstDash val="solid"/>
                </a:ln>
                <a:solidFill>
                  <a:schemeClr val="bg1"/>
                </a:solidFill>
                <a:effectLst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Text Box 7"/>
          <p:cNvSpPr txBox="1"/>
          <p:nvPr/>
        </p:nvSpPr>
        <p:spPr>
          <a:xfrm>
            <a:off x="188595" y="1377950"/>
            <a:ext cx="9817735" cy="5179060"/>
          </a:xfrm>
          <a:prstGeom prst="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p>
            <a:pPr algn="l">
              <a:lnSpc>
                <a:spcPct val="80000"/>
              </a:lnSpc>
            </a:pPr>
            <a:r>
              <a:rPr lang="en-US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def repeat_game():</a:t>
            </a: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  <a:p>
            <a:pPr algn="l">
              <a:lnSpc>
                <a:spcPct val="80000"/>
              </a:lnSpc>
            </a:pPr>
            <a:r>
              <a:rPr lang="en-US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    x = []</a:t>
            </a: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  <a:p>
            <a:pPr algn="l">
              <a:lnSpc>
                <a:spcPct val="80000"/>
              </a:lnSpc>
            </a:pPr>
            <a:r>
              <a:rPr lang="en-US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    again = 0</a:t>
            </a: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  <a:p>
            <a:pPr algn="l">
              <a:lnSpc>
                <a:spcPct val="80000"/>
              </a:lnSpc>
            </a:pPr>
            <a:r>
              <a:rPr lang="en-US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    play_again = 'y' or 'Y'</a:t>
            </a: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  <a:p>
            <a:pPr algn="l">
              <a:lnSpc>
                <a:spcPct val="80000"/>
              </a:lnSpc>
            </a:pPr>
            <a:r>
              <a:rPr lang="en-US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    while again != 1:</a:t>
            </a: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  <a:p>
            <a:pPr algn="l">
              <a:lnSpc>
                <a:spcPct val="80000"/>
              </a:lnSpc>
            </a:pPr>
            <a:r>
              <a:rPr lang="en-US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        if play_again =='y' or play_again =='Y':</a:t>
            </a: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  <a:p>
            <a:pPr algn="l">
              <a:lnSpc>
                <a:spcPct val="80000"/>
              </a:lnSpc>
            </a:pPr>
            <a:r>
              <a:rPr lang="en-US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            time = 1</a:t>
            </a: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  <a:p>
            <a:pPr algn="l">
              <a:lnSpc>
                <a:spcPct val="80000"/>
              </a:lnSpc>
            </a:pPr>
            <a:r>
              <a:rPr lang="en-US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            number_range =list(range(1,101))</a:t>
            </a: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  <a:p>
            <a:pPr algn="l">
              <a:lnSpc>
                <a:spcPct val="80000"/>
              </a:lnSpc>
            </a:pPr>
            <a:r>
              <a:rPr lang="en-US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            a = random.choice(number_range)</a:t>
            </a: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  <a:p>
            <a:pPr algn="l">
              <a:lnSpc>
                <a:spcPct val="80000"/>
              </a:lnSpc>
            </a:pPr>
            <a:r>
              <a:rPr lang="en-US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            </a:t>
            </a:r>
            <a:r>
              <a:rPr lang="en-US">
                <a:ln>
                  <a:noFill/>
                </a:ln>
                <a:solidFill>
                  <a:schemeClr val="tx2">
                    <a:lumMod val="75000"/>
                  </a:schemeClr>
                </a:solidFill>
                <a:highlight>
                  <a:srgbClr val="C0C0C0"/>
                </a:highlight>
              </a:rPr>
              <a:t>print(f'test: --{a}--') ########## test</a:t>
            </a: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  <a:p>
            <a:pPr algn="l">
              <a:lnSpc>
                <a:spcPct val="80000"/>
              </a:lnSpc>
            </a:pP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  <a:p>
            <a:pPr algn="l">
              <a:lnSpc>
                <a:spcPct val="80000"/>
              </a:lnSpc>
            </a:pPr>
            <a:r>
              <a:rPr lang="en-US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            user_number = int(input(f'#{time} Guess an integer number between 1 and 100: '))</a:t>
            </a: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  <a:p>
            <a:pPr algn="l">
              <a:lnSpc>
                <a:spcPct val="80000"/>
              </a:lnSpc>
            </a:pPr>
            <a:r>
              <a:rPr lang="en-US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            while user_number != a:</a:t>
            </a: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  <a:p>
            <a:pPr algn="l">
              <a:lnSpc>
                <a:spcPct val="80000"/>
              </a:lnSpc>
            </a:pPr>
            <a:r>
              <a:rPr lang="en-US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                if user_number &lt; a:</a:t>
            </a: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  <a:p>
            <a:pPr algn="l">
              <a:lnSpc>
                <a:spcPct val="80000"/>
              </a:lnSpc>
            </a:pPr>
            <a:r>
              <a:rPr lang="en-US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                    #output guess is too low</a:t>
            </a: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  <a:p>
            <a:pPr algn="l">
              <a:lnSpc>
                <a:spcPct val="80000"/>
              </a:lnSpc>
            </a:pPr>
            <a:r>
              <a:rPr lang="en-US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                    print('Your guess is too low.')</a:t>
            </a: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  <a:p>
            <a:pPr algn="l">
              <a:lnSpc>
                <a:spcPct val="80000"/>
              </a:lnSpc>
            </a:pPr>
            <a:r>
              <a:rPr lang="en-US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                elif user_number &gt; a:</a:t>
            </a: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  <a:p>
            <a:pPr algn="l">
              <a:lnSpc>
                <a:spcPct val="80000"/>
              </a:lnSpc>
            </a:pPr>
            <a:r>
              <a:rPr lang="en-US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                    #output guess is too high</a:t>
            </a: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  <a:p>
            <a:pPr algn="l">
              <a:lnSpc>
                <a:spcPct val="80000"/>
              </a:lnSpc>
            </a:pPr>
            <a:r>
              <a:rPr lang="en-US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                    print('Your guess is too high.')</a:t>
            </a: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  <a:p>
            <a:pPr algn="l">
              <a:lnSpc>
                <a:spcPct val="80000"/>
              </a:lnSpc>
            </a:pP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  <a:p>
            <a:pPr algn="l">
              <a:lnSpc>
                <a:spcPct val="80000"/>
              </a:lnSpc>
            </a:pPr>
            <a:r>
              <a:rPr lang="en-US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                user_number = int(input(f'#{time+1} Gusee an integer number between 1 and 100: '))</a:t>
            </a: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  <a:p>
            <a:pPr algn="l">
              <a:lnSpc>
                <a:spcPct val="80000"/>
              </a:lnSpc>
            </a:pP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  <a:p>
            <a:pPr algn="l">
              <a:lnSpc>
                <a:spcPct val="80000"/>
              </a:lnSpc>
            </a:pPr>
            <a:r>
              <a:rPr lang="en-US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                time += 1</a:t>
            </a: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635" y="252730"/>
            <a:ext cx="12191365" cy="596544"/>
            <a:chOff x="1" y="398"/>
            <a:chExt cx="19199" cy="612"/>
          </a:xfrm>
        </p:grpSpPr>
        <p:sp>
          <p:nvSpPr>
            <p:cNvPr id="6" name="Rectangles 5"/>
            <p:cNvSpPr/>
            <p:nvPr/>
          </p:nvSpPr>
          <p:spPr>
            <a:xfrm>
              <a:off x="1" y="398"/>
              <a:ext cx="19199" cy="612"/>
            </a:xfrm>
            <a:prstGeom prst="rect">
              <a:avLst/>
            </a:prstGeom>
            <a:gradFill>
              <a:gsLst>
                <a:gs pos="0">
                  <a:schemeClr val="tx2">
                    <a:lumMod val="60000"/>
                    <a:lumOff val="40000"/>
                  </a:schemeClr>
                </a:gs>
                <a:gs pos="100000">
                  <a:schemeClr val="tx2">
                    <a:lumMod val="75000"/>
                  </a:schemeClr>
                </a:gs>
              </a:gsLst>
              <a:lin ang="5400000" scaled="0"/>
            </a:gradFill>
            <a:ln w="12700" cmpd="sng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" name="Text Box 6"/>
            <p:cNvSpPr txBox="1"/>
            <p:nvPr/>
          </p:nvSpPr>
          <p:spPr>
            <a:xfrm>
              <a:off x="632" y="500"/>
              <a:ext cx="5347" cy="40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p>
              <a:pPr algn="l"/>
              <a:r>
                <a:rPr lang="en-US" altLang="zh-CN" sz="2000" b="1">
                  <a:ln w="12700">
                    <a:noFill/>
                    <a:prstDash val="solid"/>
                  </a:ln>
                  <a:solidFill>
                    <a:schemeClr val="bg1"/>
                  </a:solidFill>
                  <a:effectLst/>
                  <a:sym typeface="+mn-ea"/>
                </a:rPr>
                <a:t>Code:</a:t>
              </a:r>
              <a:endParaRPr lang="en-US" altLang="zh-CN" sz="2000" b="1">
                <a:ln w="12700">
                  <a:noFill/>
                  <a:prstDash val="solid"/>
                </a:ln>
                <a:solidFill>
                  <a:schemeClr val="bg1"/>
                </a:solidFill>
                <a:effectLst/>
                <a:sym typeface="+mn-ea"/>
              </a:endParaRPr>
            </a:p>
          </p:txBody>
        </p:sp>
      </p:grpSp>
      <p:sp>
        <p:nvSpPr>
          <p:cNvPr id="4" name="Text Box 3"/>
          <p:cNvSpPr txBox="1"/>
          <p:nvPr/>
        </p:nvSpPr>
        <p:spPr>
          <a:xfrm>
            <a:off x="10158095" y="1377950"/>
            <a:ext cx="1865630" cy="1476375"/>
          </a:xfrm>
          <a:prstGeom prst="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p>
            <a:pPr indent="0" algn="l">
              <a:buFont typeface="Arial" panose="020B0604020202020204" pitchFamily="34" charset="0"/>
              <a:buNone/>
            </a:pPr>
            <a:r>
              <a:rPr lang="en-US" b="1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Key Concepts:</a:t>
            </a:r>
            <a:endParaRPr lang="en-US" b="1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Random module</a:t>
            </a: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while loop</a:t>
            </a: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if - else</a:t>
            </a: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497840" y="1844040"/>
            <a:ext cx="1095375" cy="266065"/>
          </a:xfrm>
          <a:prstGeom prst="rect">
            <a:avLst/>
          </a:prstGeom>
          <a:noFill/>
          <a:ln w="28575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Rectangles 13"/>
          <p:cNvSpPr/>
          <p:nvPr/>
        </p:nvSpPr>
        <p:spPr>
          <a:xfrm>
            <a:off x="509270" y="2283460"/>
            <a:ext cx="1669415" cy="266065"/>
          </a:xfrm>
          <a:prstGeom prst="rect">
            <a:avLst/>
          </a:prstGeom>
          <a:noFill/>
          <a:ln w="28575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Rectangles 10"/>
          <p:cNvSpPr/>
          <p:nvPr/>
        </p:nvSpPr>
        <p:spPr>
          <a:xfrm>
            <a:off x="1009015" y="3181350"/>
            <a:ext cx="3559175" cy="218440"/>
          </a:xfrm>
          <a:prstGeom prst="rect">
            <a:avLst/>
          </a:prstGeom>
          <a:noFill/>
          <a:ln w="28575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Rectangles 11"/>
          <p:cNvSpPr/>
          <p:nvPr/>
        </p:nvSpPr>
        <p:spPr>
          <a:xfrm>
            <a:off x="1012190" y="4031615"/>
            <a:ext cx="3748405" cy="1630045"/>
          </a:xfrm>
          <a:prstGeom prst="rect">
            <a:avLst/>
          </a:prstGeom>
          <a:noFill/>
          <a:ln w="28575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Text Box 15"/>
          <p:cNvSpPr txBox="1"/>
          <p:nvPr/>
        </p:nvSpPr>
        <p:spPr>
          <a:xfrm>
            <a:off x="3229610" y="1843405"/>
            <a:ext cx="4156710" cy="30670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p>
            <a:r>
              <a:rPr lang="en-US" sz="1400" b="1">
                <a:solidFill>
                  <a:schemeClr val="accent4">
                    <a:lumMod val="60000"/>
                    <a:lumOff val="40000"/>
                  </a:schemeClr>
                </a:solidFill>
                <a:sym typeface="+mn-ea"/>
              </a:rPr>
              <a:t>initialize again = 0, which starts the while loop</a:t>
            </a:r>
            <a:endParaRPr lang="en-US" sz="1400" b="1">
              <a:ln>
                <a:noFill/>
              </a:ln>
              <a:solidFill>
                <a:schemeClr val="accent4">
                  <a:lumMod val="60000"/>
                  <a:lumOff val="40000"/>
                </a:schemeClr>
              </a:solidFill>
              <a:sym typeface="+mn-ea"/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1627505" y="1989455"/>
            <a:ext cx="1602105" cy="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2201545" y="2110105"/>
            <a:ext cx="1028065" cy="304165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Text Box 19"/>
          <p:cNvSpPr txBox="1"/>
          <p:nvPr/>
        </p:nvSpPr>
        <p:spPr>
          <a:xfrm>
            <a:off x="5278755" y="3097530"/>
            <a:ext cx="4156710" cy="30670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p>
            <a:r>
              <a:rPr lang="en-US" sz="1400" b="1">
                <a:solidFill>
                  <a:schemeClr val="accent4">
                    <a:lumMod val="60000"/>
                    <a:lumOff val="40000"/>
                  </a:schemeClr>
                </a:solidFill>
                <a:sym typeface="+mn-ea"/>
              </a:rPr>
              <a:t>create a random number</a:t>
            </a:r>
            <a:endParaRPr lang="en-US" sz="1400" b="1">
              <a:ln>
                <a:noFill/>
              </a:ln>
              <a:solidFill>
                <a:schemeClr val="accent4">
                  <a:lumMod val="60000"/>
                  <a:lumOff val="40000"/>
                </a:schemeClr>
              </a:solidFill>
              <a:sym typeface="+mn-ea"/>
            </a:endParaRPr>
          </a:p>
        </p:txBody>
      </p:sp>
      <p:cxnSp>
        <p:nvCxnSpPr>
          <p:cNvPr id="21" name="Straight Arrow Connector 20"/>
          <p:cNvCxnSpPr>
            <a:stCxn id="20" idx="1"/>
          </p:cNvCxnSpPr>
          <p:nvPr/>
        </p:nvCxnSpPr>
        <p:spPr>
          <a:xfrm flipH="1">
            <a:off x="4568190" y="3251200"/>
            <a:ext cx="710565" cy="3683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 Box 21"/>
          <p:cNvSpPr txBox="1"/>
          <p:nvPr/>
        </p:nvSpPr>
        <p:spPr>
          <a:xfrm>
            <a:off x="5434330" y="4563110"/>
            <a:ext cx="4156710" cy="30670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p>
            <a:r>
              <a:rPr lang="en-US" sz="1400" b="1">
                <a:solidFill>
                  <a:schemeClr val="accent4">
                    <a:lumMod val="60000"/>
                    <a:lumOff val="40000"/>
                  </a:schemeClr>
                </a:solidFill>
                <a:sym typeface="+mn-ea"/>
              </a:rPr>
              <a:t>deal with the incorrect numbers</a:t>
            </a:r>
            <a:endParaRPr lang="en-US" sz="1400" b="1">
              <a:ln>
                <a:noFill/>
              </a:ln>
              <a:solidFill>
                <a:schemeClr val="accent4">
                  <a:lumMod val="60000"/>
                  <a:lumOff val="40000"/>
                </a:schemeClr>
              </a:solidFill>
              <a:sym typeface="+mn-ea"/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 flipH="1">
            <a:off x="4784090" y="4684395"/>
            <a:ext cx="650240" cy="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 Box 23"/>
          <p:cNvSpPr txBox="1"/>
          <p:nvPr/>
        </p:nvSpPr>
        <p:spPr>
          <a:xfrm>
            <a:off x="5434330" y="3466465"/>
            <a:ext cx="2493645" cy="3683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p>
            <a:r>
              <a:rPr lang="en-US" b="1">
                <a:solidFill>
                  <a:srgbClr val="C00000"/>
                </a:solidFill>
              </a:rPr>
              <a:t>for testing the result</a:t>
            </a:r>
            <a:endParaRPr lang="en-US" b="1">
              <a:solidFill>
                <a:srgbClr val="C00000"/>
              </a:solidFill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 flipH="1" flipV="1">
            <a:off x="4760595" y="3546475"/>
            <a:ext cx="673735" cy="103505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 animBg="1"/>
      <p:bldP spid="13" grpId="1" animBg="1"/>
      <p:bldP spid="14" grpId="1" animBg="1"/>
      <p:bldP spid="16" grpId="1" animBg="1"/>
      <p:bldP spid="11" grpId="1" animBg="1"/>
      <p:bldP spid="20" grpId="1" animBg="1"/>
      <p:bldP spid="12" grpId="1" animBg="1"/>
      <p:bldP spid="22" grpId="1" animBg="1"/>
      <p:bldP spid="11" grpId="2" animBg="1"/>
      <p:bldP spid="20" grpId="2" animBg="1"/>
      <p:bldP spid="24" grpId="0" animBg="1"/>
      <p:bldP spid="12" grpId="2" animBg="1"/>
      <p:bldP spid="22" grpId="2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7" name="Rectangles 6"/>
          <p:cNvSpPr/>
          <p:nvPr/>
        </p:nvSpPr>
        <p:spPr>
          <a:xfrm>
            <a:off x="4729480" y="3952240"/>
            <a:ext cx="4447540" cy="1999615"/>
          </a:xfrm>
          <a:prstGeom prst="rect">
            <a:avLst/>
          </a:prstGeom>
          <a:noFill/>
          <a:ln w="28575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9177020" y="4952365"/>
            <a:ext cx="529590" cy="0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Box 15"/>
          <p:cNvSpPr txBox="1"/>
          <p:nvPr/>
        </p:nvSpPr>
        <p:spPr>
          <a:xfrm>
            <a:off x="6790690" y="750570"/>
            <a:ext cx="5178425" cy="3683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p>
            <a:r>
              <a:rPr lang="en-US" b="1">
                <a:solidFill>
                  <a:schemeClr val="bg1"/>
                </a:solidFill>
              </a:rPr>
              <a:t>initialize again = 0, which starts the while loop</a:t>
            </a:r>
            <a:endParaRPr lang="en-US" b="1">
              <a:solidFill>
                <a:schemeClr val="bg1"/>
              </a:solidFill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H="1" flipV="1">
            <a:off x="4631055" y="615950"/>
            <a:ext cx="2159635" cy="318770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14" idx="3"/>
          </p:cNvCxnSpPr>
          <p:nvPr/>
        </p:nvCxnSpPr>
        <p:spPr>
          <a:xfrm flipH="1">
            <a:off x="5064125" y="934720"/>
            <a:ext cx="1726565" cy="317500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s 18"/>
          <p:cNvSpPr/>
          <p:nvPr/>
        </p:nvSpPr>
        <p:spPr>
          <a:xfrm>
            <a:off x="4729480" y="2650490"/>
            <a:ext cx="3111500" cy="227965"/>
          </a:xfrm>
          <a:prstGeom prst="rect">
            <a:avLst/>
          </a:prstGeom>
          <a:noFill/>
          <a:ln w="28575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1186815" y="1783080"/>
            <a:ext cx="9817735" cy="4072890"/>
          </a:xfrm>
          <a:prstGeom prst="rect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p>
            <a:pPr algn="l">
              <a:lnSpc>
                <a:spcPct val="80000"/>
              </a:lnSpc>
            </a:pPr>
            <a:r>
              <a:rPr lang="en-US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           if user_number == a:</a:t>
            </a: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  <a:p>
            <a:pPr algn="l">
              <a:lnSpc>
                <a:spcPct val="80000"/>
              </a:lnSpc>
            </a:pPr>
            <a:r>
              <a:rPr lang="en-US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                print(f'Congratulations - You are correct!')</a:t>
            </a: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  <a:p>
            <a:pPr algn="l">
              <a:lnSpc>
                <a:spcPct val="80000"/>
              </a:lnSpc>
            </a:pPr>
            <a:r>
              <a:rPr lang="en-US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                print(f'Number of guesses: {time}')</a:t>
            </a: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  <a:p>
            <a:pPr algn="l">
              <a:lnSpc>
                <a:spcPct val="80000"/>
              </a:lnSpc>
            </a:pPr>
            <a:r>
              <a:rPr lang="en-US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            #write all of times which user guesses</a:t>
            </a: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  <a:p>
            <a:pPr algn="l">
              <a:lnSpc>
                <a:spcPct val="80000"/>
              </a:lnSpc>
            </a:pPr>
            <a:r>
              <a:rPr lang="en-US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            x.append(time)</a:t>
            </a: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  <a:p>
            <a:pPr algn="l">
              <a:lnSpc>
                <a:spcPct val="80000"/>
              </a:lnSpc>
            </a:pPr>
            <a:r>
              <a:rPr lang="en-US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            play_again = input('Would you like to play again(y/n)?: ')</a:t>
            </a: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  <a:p>
            <a:pPr algn="l">
              <a:lnSpc>
                <a:spcPct val="80000"/>
              </a:lnSpc>
            </a:pP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  <a:p>
            <a:pPr algn="l">
              <a:lnSpc>
                <a:spcPct val="80000"/>
              </a:lnSpc>
            </a:pPr>
            <a:r>
              <a:rPr lang="en-US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        #ask user if they want to play again    </a:t>
            </a: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  <a:p>
            <a:pPr algn="l">
              <a:lnSpc>
                <a:spcPct val="80000"/>
              </a:lnSpc>
            </a:pPr>
            <a:r>
              <a:rPr lang="en-US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        elif play_again == 'n' or play_again == 'N':</a:t>
            </a: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  <a:p>
            <a:pPr algn="l">
              <a:lnSpc>
                <a:spcPct val="80000"/>
              </a:lnSpc>
            </a:pPr>
            <a:r>
              <a:rPr lang="en-US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            again = 1</a:t>
            </a: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  <a:p>
            <a:pPr algn="l">
              <a:lnSpc>
                <a:spcPct val="80000"/>
              </a:lnSpc>
            </a:pPr>
            <a:r>
              <a:rPr lang="en-US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        else:</a:t>
            </a: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  <a:p>
            <a:pPr algn="l">
              <a:lnSpc>
                <a:spcPct val="80000"/>
              </a:lnSpc>
            </a:pPr>
            <a:r>
              <a:rPr lang="en-US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            print('Not a vaild entry (Y/y or N/n)')</a:t>
            </a: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  <a:p>
            <a:pPr algn="l">
              <a:lnSpc>
                <a:spcPct val="80000"/>
              </a:lnSpc>
            </a:pPr>
            <a:r>
              <a:rPr lang="en-US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            play_again = input('Would you like to play again (y/n)?: ')</a:t>
            </a: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  <a:p>
            <a:pPr algn="l">
              <a:lnSpc>
                <a:spcPct val="80000"/>
              </a:lnSpc>
            </a:pPr>
            <a:r>
              <a:rPr lang="en-US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            </a:t>
            </a: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  <a:p>
            <a:pPr algn="l">
              <a:lnSpc>
                <a:spcPct val="80000"/>
              </a:lnSpc>
            </a:pPr>
            <a:r>
              <a:rPr lang="en-US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    #pick up the least time as a score </a:t>
            </a: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  <a:p>
            <a:pPr algn="l">
              <a:lnSpc>
                <a:spcPct val="80000"/>
              </a:lnSpc>
            </a:pPr>
            <a:r>
              <a:rPr lang="en-US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    value = int(min(x))</a:t>
            </a: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  <a:p>
            <a:pPr algn="l">
              <a:lnSpc>
                <a:spcPct val="80000"/>
              </a:lnSpc>
            </a:pPr>
            <a:r>
              <a:rPr lang="en-US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    #write this score to the Global variable list</a:t>
            </a: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  <a:p>
            <a:pPr algn="l">
              <a:lnSpc>
                <a:spcPct val="80000"/>
              </a:lnSpc>
            </a:pPr>
            <a:r>
              <a:rPr lang="en-US">
                <a:ln>
                  <a:noFill/>
                </a:ln>
                <a:solidFill>
                  <a:schemeClr val="tx2">
                    <a:lumMod val="75000"/>
                  </a:schemeClr>
                </a:solidFill>
              </a:rPr>
              <a:t>    game_history_guesses.append(value)</a:t>
            </a:r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635" y="252730"/>
            <a:ext cx="12191365" cy="596544"/>
            <a:chOff x="1" y="398"/>
            <a:chExt cx="19199" cy="612"/>
          </a:xfrm>
        </p:grpSpPr>
        <p:sp>
          <p:nvSpPr>
            <p:cNvPr id="21" name="Rectangles 20"/>
            <p:cNvSpPr/>
            <p:nvPr/>
          </p:nvSpPr>
          <p:spPr>
            <a:xfrm>
              <a:off x="1" y="398"/>
              <a:ext cx="19199" cy="612"/>
            </a:xfrm>
            <a:prstGeom prst="rect">
              <a:avLst/>
            </a:prstGeom>
            <a:gradFill>
              <a:gsLst>
                <a:gs pos="0">
                  <a:schemeClr val="tx2">
                    <a:lumMod val="60000"/>
                    <a:lumOff val="40000"/>
                  </a:schemeClr>
                </a:gs>
                <a:gs pos="100000">
                  <a:schemeClr val="tx2">
                    <a:lumMod val="75000"/>
                  </a:schemeClr>
                </a:gs>
              </a:gsLst>
              <a:lin ang="5400000" scaled="0"/>
            </a:gradFill>
            <a:ln w="12700" cmpd="sng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" name="Text Box 21"/>
            <p:cNvSpPr txBox="1"/>
            <p:nvPr/>
          </p:nvSpPr>
          <p:spPr>
            <a:xfrm>
              <a:off x="632" y="500"/>
              <a:ext cx="5347" cy="40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p>
              <a:pPr algn="l"/>
              <a:r>
                <a:rPr lang="en-US" altLang="zh-CN" sz="2000" b="1">
                  <a:ln w="12700">
                    <a:noFill/>
                    <a:prstDash val="solid"/>
                  </a:ln>
                  <a:solidFill>
                    <a:schemeClr val="bg1"/>
                  </a:solidFill>
                  <a:effectLst/>
                  <a:sym typeface="+mn-ea"/>
                </a:rPr>
                <a:t>Code:</a:t>
              </a:r>
              <a:endParaRPr lang="en-US" altLang="zh-CN" sz="2000" b="1">
                <a:ln w="12700">
                  <a:noFill/>
                  <a:prstDash val="solid"/>
                </a:ln>
                <a:solidFill>
                  <a:schemeClr val="bg1"/>
                </a:solidFill>
                <a:effectLst/>
                <a:sym typeface="+mn-ea"/>
              </a:endParaRPr>
            </a:p>
          </p:txBody>
        </p:sp>
      </p:grpSp>
      <p:sp>
        <p:nvSpPr>
          <p:cNvPr id="23" name="Rectangles 22"/>
          <p:cNvSpPr/>
          <p:nvPr/>
        </p:nvSpPr>
        <p:spPr>
          <a:xfrm>
            <a:off x="1960245" y="2878455"/>
            <a:ext cx="5880735" cy="318770"/>
          </a:xfrm>
          <a:prstGeom prst="rect">
            <a:avLst/>
          </a:prstGeom>
          <a:noFill/>
          <a:ln w="28575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4" name="Rectangles 23"/>
          <p:cNvSpPr/>
          <p:nvPr/>
        </p:nvSpPr>
        <p:spPr>
          <a:xfrm>
            <a:off x="1959610" y="3778250"/>
            <a:ext cx="1095375" cy="227330"/>
          </a:xfrm>
          <a:prstGeom prst="rect">
            <a:avLst/>
          </a:prstGeom>
          <a:noFill/>
          <a:ln w="28575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Rectangles 24"/>
          <p:cNvSpPr/>
          <p:nvPr/>
        </p:nvSpPr>
        <p:spPr>
          <a:xfrm>
            <a:off x="1959610" y="4208145"/>
            <a:ext cx="5880735" cy="596900"/>
          </a:xfrm>
          <a:prstGeom prst="rect">
            <a:avLst/>
          </a:prstGeom>
          <a:noFill/>
          <a:ln w="28575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" name="Rectangles 25"/>
          <p:cNvSpPr/>
          <p:nvPr/>
        </p:nvSpPr>
        <p:spPr>
          <a:xfrm>
            <a:off x="1437640" y="5123180"/>
            <a:ext cx="1913255" cy="226695"/>
          </a:xfrm>
          <a:prstGeom prst="rect">
            <a:avLst/>
          </a:prstGeom>
          <a:noFill/>
          <a:ln w="28575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" name="Text Box 26"/>
          <p:cNvSpPr txBox="1"/>
          <p:nvPr/>
        </p:nvSpPr>
        <p:spPr>
          <a:xfrm>
            <a:off x="8061960" y="2888615"/>
            <a:ext cx="1961515" cy="30670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p>
            <a:r>
              <a:rPr lang="en-US" sz="1400" b="1">
                <a:solidFill>
                  <a:schemeClr val="accent4">
                    <a:lumMod val="60000"/>
                    <a:lumOff val="40000"/>
                  </a:schemeClr>
                </a:solidFill>
                <a:sym typeface="+mn-ea"/>
              </a:rPr>
              <a:t>ask for playing again</a:t>
            </a:r>
            <a:endParaRPr lang="en-US" sz="1400" b="1">
              <a:ln>
                <a:noFill/>
              </a:ln>
              <a:solidFill>
                <a:schemeClr val="accent4">
                  <a:lumMod val="60000"/>
                  <a:lumOff val="40000"/>
                </a:schemeClr>
              </a:solidFill>
              <a:sym typeface="+mn-ea"/>
            </a:endParaRPr>
          </a:p>
        </p:txBody>
      </p:sp>
      <p:cxnSp>
        <p:nvCxnSpPr>
          <p:cNvPr id="28" name="Straight Arrow Connector 27"/>
          <p:cNvCxnSpPr>
            <a:stCxn id="27" idx="1"/>
            <a:endCxn id="23" idx="3"/>
          </p:cNvCxnSpPr>
          <p:nvPr/>
        </p:nvCxnSpPr>
        <p:spPr>
          <a:xfrm flipH="1" flipV="1">
            <a:off x="7840980" y="3037840"/>
            <a:ext cx="220980" cy="4445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Text Box 28"/>
          <p:cNvSpPr txBox="1"/>
          <p:nvPr/>
        </p:nvSpPr>
        <p:spPr>
          <a:xfrm>
            <a:off x="4706620" y="3778250"/>
            <a:ext cx="1858645" cy="30670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p>
            <a:r>
              <a:rPr lang="en-US" sz="1400" b="1">
                <a:solidFill>
                  <a:schemeClr val="accent4">
                    <a:lumMod val="60000"/>
                    <a:lumOff val="40000"/>
                  </a:schemeClr>
                </a:solidFill>
                <a:sym typeface="+mn-ea"/>
              </a:rPr>
              <a:t>stop the while loop</a:t>
            </a:r>
            <a:endParaRPr lang="en-US" sz="1400" b="1">
              <a:ln>
                <a:noFill/>
              </a:ln>
              <a:solidFill>
                <a:schemeClr val="accent4">
                  <a:lumMod val="60000"/>
                  <a:lumOff val="40000"/>
                </a:schemeClr>
              </a:solidFill>
              <a:sym typeface="+mn-ea"/>
            </a:endParaRPr>
          </a:p>
        </p:txBody>
      </p:sp>
      <p:cxnSp>
        <p:nvCxnSpPr>
          <p:cNvPr id="30" name="Straight Arrow Connector 29"/>
          <p:cNvCxnSpPr/>
          <p:nvPr/>
        </p:nvCxnSpPr>
        <p:spPr>
          <a:xfrm flipH="1">
            <a:off x="3093085" y="3912235"/>
            <a:ext cx="1602105" cy="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Text Box 30"/>
          <p:cNvSpPr txBox="1"/>
          <p:nvPr/>
        </p:nvSpPr>
        <p:spPr>
          <a:xfrm>
            <a:off x="5866765" y="5080635"/>
            <a:ext cx="2437130" cy="30670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p>
            <a:r>
              <a:rPr lang="en-US" sz="1400" b="1">
                <a:solidFill>
                  <a:schemeClr val="accent4">
                    <a:lumMod val="60000"/>
                    <a:lumOff val="40000"/>
                  </a:schemeClr>
                </a:solidFill>
                <a:sym typeface="+mn-ea"/>
              </a:rPr>
              <a:t>get the best score for user</a:t>
            </a:r>
            <a:endParaRPr lang="en-US" sz="1400" b="1">
              <a:ln>
                <a:noFill/>
              </a:ln>
              <a:solidFill>
                <a:schemeClr val="accent4">
                  <a:lumMod val="60000"/>
                  <a:lumOff val="40000"/>
                </a:schemeClr>
              </a:solidFill>
              <a:sym typeface="+mn-ea"/>
            </a:endParaRPr>
          </a:p>
        </p:txBody>
      </p:sp>
      <p:cxnSp>
        <p:nvCxnSpPr>
          <p:cNvPr id="32" name="Straight Arrow Connector 31"/>
          <p:cNvCxnSpPr>
            <a:endCxn id="26" idx="3"/>
          </p:cNvCxnSpPr>
          <p:nvPr/>
        </p:nvCxnSpPr>
        <p:spPr>
          <a:xfrm flipH="1">
            <a:off x="3350895" y="5236845"/>
            <a:ext cx="2515235" cy="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Text Box 32"/>
          <p:cNvSpPr txBox="1"/>
          <p:nvPr/>
        </p:nvSpPr>
        <p:spPr>
          <a:xfrm>
            <a:off x="8510905" y="4322445"/>
            <a:ext cx="2303780" cy="3683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p>
            <a:r>
              <a:rPr lang="en-US" b="1">
                <a:solidFill>
                  <a:srgbClr val="C00000"/>
                </a:solidFill>
                <a:sym typeface="+mn-ea"/>
              </a:rPr>
              <a:t>for the invalid input</a:t>
            </a:r>
            <a:endParaRPr lang="en-US" b="1">
              <a:solidFill>
                <a:srgbClr val="C00000"/>
              </a:solidFill>
              <a:sym typeface="+mn-ea"/>
            </a:endParaRPr>
          </a:p>
        </p:txBody>
      </p:sp>
      <p:cxnSp>
        <p:nvCxnSpPr>
          <p:cNvPr id="34" name="Straight Arrow Connector 33"/>
          <p:cNvCxnSpPr/>
          <p:nvPr/>
        </p:nvCxnSpPr>
        <p:spPr>
          <a:xfrm flipH="1" flipV="1">
            <a:off x="7837170" y="4412615"/>
            <a:ext cx="673735" cy="103505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7" grpId="0" animBg="1"/>
      <p:bldP spid="24" grpId="0" bldLvl="0" animBg="1"/>
      <p:bldP spid="29" grpId="0" animBg="1"/>
      <p:bldP spid="25" grpId="0" animBg="1"/>
      <p:bldP spid="33" grpId="0" animBg="1"/>
      <p:bldP spid="26" grpId="0" bldLvl="0" animBg="1"/>
      <p:bldP spid="3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4" name="Picture 3" descr="Screenshot 2026-04-20 at 12.56.03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3410" y="955040"/>
            <a:ext cx="8577580" cy="5786120"/>
          </a:xfrm>
          <a:prstGeom prst="rect">
            <a:avLst/>
          </a:prstGeom>
        </p:spPr>
      </p:pic>
      <p:sp>
        <p:nvSpPr>
          <p:cNvPr id="9" name="Rectangles 8"/>
          <p:cNvSpPr/>
          <p:nvPr/>
        </p:nvSpPr>
        <p:spPr>
          <a:xfrm>
            <a:off x="1914525" y="2084705"/>
            <a:ext cx="1157605" cy="367665"/>
          </a:xfrm>
          <a:prstGeom prst="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6333490" y="1917700"/>
            <a:ext cx="2600325" cy="368300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p>
            <a:r>
              <a:rPr lang="en-US" b="1">
                <a:solidFill>
                  <a:schemeClr val="accent4">
                    <a:lumMod val="60000"/>
                    <a:lumOff val="40000"/>
                  </a:schemeClr>
                </a:solidFill>
              </a:rPr>
              <a:t>for testing  the result</a:t>
            </a:r>
            <a:endParaRPr lang="en-US" b="1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Rectangles 1"/>
          <p:cNvSpPr/>
          <p:nvPr/>
        </p:nvSpPr>
        <p:spPr>
          <a:xfrm>
            <a:off x="1883410" y="6092190"/>
            <a:ext cx="3264535" cy="292100"/>
          </a:xfrm>
          <a:prstGeom prst="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s 2"/>
          <p:cNvSpPr/>
          <p:nvPr/>
        </p:nvSpPr>
        <p:spPr>
          <a:xfrm>
            <a:off x="1914525" y="4109720"/>
            <a:ext cx="3264535" cy="292100"/>
          </a:xfrm>
          <a:prstGeom prst="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20" name="Group 19"/>
          <p:cNvGrpSpPr/>
          <p:nvPr/>
        </p:nvGrpSpPr>
        <p:grpSpPr>
          <a:xfrm>
            <a:off x="635" y="252730"/>
            <a:ext cx="12191365" cy="596544"/>
            <a:chOff x="1" y="398"/>
            <a:chExt cx="19199" cy="612"/>
          </a:xfrm>
        </p:grpSpPr>
        <p:sp>
          <p:nvSpPr>
            <p:cNvPr id="21" name="Rectangles 20"/>
            <p:cNvSpPr/>
            <p:nvPr/>
          </p:nvSpPr>
          <p:spPr>
            <a:xfrm>
              <a:off x="1" y="398"/>
              <a:ext cx="19199" cy="612"/>
            </a:xfrm>
            <a:prstGeom prst="rect">
              <a:avLst/>
            </a:prstGeom>
            <a:gradFill>
              <a:gsLst>
                <a:gs pos="0">
                  <a:schemeClr val="tx2">
                    <a:lumMod val="60000"/>
                    <a:lumOff val="40000"/>
                  </a:schemeClr>
                </a:gs>
                <a:gs pos="100000">
                  <a:schemeClr val="tx2">
                    <a:lumMod val="75000"/>
                  </a:schemeClr>
                </a:gs>
              </a:gsLst>
              <a:lin ang="5400000" scaled="0"/>
            </a:gradFill>
            <a:ln w="12700" cmpd="sng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" name="Text Box 21"/>
            <p:cNvSpPr txBox="1"/>
            <p:nvPr/>
          </p:nvSpPr>
          <p:spPr>
            <a:xfrm>
              <a:off x="632" y="500"/>
              <a:ext cx="5347" cy="40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p>
              <a:pPr algn="l"/>
              <a:r>
                <a:rPr lang="en-US" altLang="zh-CN" sz="2000" b="1">
                  <a:ln w="12700">
                    <a:noFill/>
                    <a:prstDash val="solid"/>
                  </a:ln>
                  <a:solidFill>
                    <a:schemeClr val="bg1"/>
                  </a:solidFill>
                  <a:effectLst/>
                  <a:sym typeface="+mn-ea"/>
                </a:rPr>
                <a:t>Run the Code:</a:t>
              </a:r>
              <a:endParaRPr lang="en-US" altLang="zh-CN" sz="2000" b="1">
                <a:ln w="12700">
                  <a:noFill/>
                  <a:prstDash val="solid"/>
                </a:ln>
                <a:solidFill>
                  <a:schemeClr val="bg1"/>
                </a:solidFill>
                <a:effectLst/>
                <a:sym typeface="+mn-ea"/>
              </a:endParaRPr>
            </a:p>
          </p:txBody>
        </p:sp>
      </p:grpSp>
      <p:cxnSp>
        <p:nvCxnSpPr>
          <p:cNvPr id="28" name="Straight Arrow Connector 27"/>
          <p:cNvCxnSpPr>
            <a:stCxn id="6" idx="1"/>
          </p:cNvCxnSpPr>
          <p:nvPr/>
        </p:nvCxnSpPr>
        <p:spPr>
          <a:xfrm flipH="1">
            <a:off x="3159125" y="2101850"/>
            <a:ext cx="3174365" cy="152400"/>
          </a:xfrm>
          <a:prstGeom prst="straightConnector1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5" name="Picture 4" descr="Screenshot 2026-04-28 at 2.16.35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640" y="2822575"/>
            <a:ext cx="5415915" cy="1680845"/>
          </a:xfrm>
          <a:prstGeom prst="rect">
            <a:avLst/>
          </a:prstGeom>
        </p:spPr>
      </p:pic>
      <p:sp>
        <p:nvSpPr>
          <p:cNvPr id="6" name="Rectangles 5"/>
          <p:cNvSpPr/>
          <p:nvPr/>
        </p:nvSpPr>
        <p:spPr>
          <a:xfrm>
            <a:off x="730250" y="4163060"/>
            <a:ext cx="596265" cy="340360"/>
          </a:xfrm>
          <a:prstGeom prst="rect">
            <a:avLst/>
          </a:prstGeom>
          <a:noFill/>
          <a:ln w="28575">
            <a:solidFill>
              <a:schemeClr val="tx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>
              <a:ln>
                <a:noFill/>
              </a:ln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8" name="Straight Arrow Connector 7"/>
          <p:cNvCxnSpPr>
            <a:endCxn id="6" idx="3"/>
          </p:cNvCxnSpPr>
          <p:nvPr/>
        </p:nvCxnSpPr>
        <p:spPr>
          <a:xfrm flipH="1">
            <a:off x="1326515" y="4333240"/>
            <a:ext cx="557530" cy="0"/>
          </a:xfrm>
          <a:prstGeom prst="straightConnector1">
            <a:avLst/>
          </a:prstGeom>
          <a:ln w="19050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Screenshot 2026-04-28 at 2.20.31 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700" y="3031490"/>
            <a:ext cx="5409565" cy="1301750"/>
          </a:xfrm>
          <a:prstGeom prst="rect">
            <a:avLst/>
          </a:prstGeom>
        </p:spPr>
      </p:pic>
      <p:sp>
        <p:nvSpPr>
          <p:cNvPr id="13" name="Text Box 12"/>
          <p:cNvSpPr txBox="1"/>
          <p:nvPr/>
        </p:nvSpPr>
        <p:spPr>
          <a:xfrm>
            <a:off x="6595745" y="2571115"/>
            <a:ext cx="4197350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sz="2400" b="1">
                <a:ln w="12700">
                  <a:noFill/>
                  <a:prstDash val="solid"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ZOEY will be the winner: </a:t>
            </a:r>
            <a:endParaRPr lang="en-US" sz="2400" b="1">
              <a:ln w="12700">
                <a:noFill/>
                <a:prstDash val="solid"/>
              </a:ln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635" y="252730"/>
            <a:ext cx="12191365" cy="596544"/>
            <a:chOff x="1" y="398"/>
            <a:chExt cx="19199" cy="612"/>
          </a:xfrm>
        </p:grpSpPr>
        <p:sp>
          <p:nvSpPr>
            <p:cNvPr id="21" name="Rectangles 20"/>
            <p:cNvSpPr/>
            <p:nvPr/>
          </p:nvSpPr>
          <p:spPr>
            <a:xfrm>
              <a:off x="1" y="398"/>
              <a:ext cx="19199" cy="612"/>
            </a:xfrm>
            <a:prstGeom prst="rect">
              <a:avLst/>
            </a:prstGeom>
            <a:gradFill>
              <a:gsLst>
                <a:gs pos="0">
                  <a:schemeClr val="tx2">
                    <a:lumMod val="60000"/>
                    <a:lumOff val="40000"/>
                  </a:schemeClr>
                </a:gs>
                <a:gs pos="100000">
                  <a:schemeClr val="tx2">
                    <a:lumMod val="75000"/>
                  </a:schemeClr>
                </a:gs>
              </a:gsLst>
              <a:lin ang="5400000" scaled="0"/>
            </a:gradFill>
            <a:ln w="12700" cmpd="sng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" name="Text Box 21"/>
            <p:cNvSpPr txBox="1"/>
            <p:nvPr/>
          </p:nvSpPr>
          <p:spPr>
            <a:xfrm>
              <a:off x="632" y="500"/>
              <a:ext cx="5347" cy="40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p>
              <a:pPr algn="l"/>
              <a:r>
                <a:rPr lang="en-US" altLang="zh-CN" sz="2000" b="1">
                  <a:ln w="12700">
                    <a:noFill/>
                    <a:prstDash val="solid"/>
                  </a:ln>
                  <a:solidFill>
                    <a:schemeClr val="bg1"/>
                  </a:solidFill>
                  <a:effectLst/>
                  <a:sym typeface="+mn-ea"/>
                </a:rPr>
                <a:t>history.txt:</a:t>
              </a:r>
              <a:endParaRPr lang="en-US" altLang="zh-CN" sz="2000" b="1">
                <a:ln w="12700">
                  <a:noFill/>
                  <a:prstDash val="solid"/>
                </a:ln>
                <a:solidFill>
                  <a:schemeClr val="bg1"/>
                </a:solidFill>
                <a:effectLst/>
                <a:sym typeface="+mn-ea"/>
              </a:endParaRPr>
            </a:p>
          </p:txBody>
        </p:sp>
      </p:grpSp>
      <p:sp>
        <p:nvSpPr>
          <p:cNvPr id="29" name="Text Box 28"/>
          <p:cNvSpPr txBox="1"/>
          <p:nvPr/>
        </p:nvSpPr>
        <p:spPr>
          <a:xfrm>
            <a:off x="1883410" y="4196715"/>
            <a:ext cx="1158240" cy="30670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p>
            <a:r>
              <a:rPr lang="en-US" sz="1400" b="1">
                <a:solidFill>
                  <a:schemeClr val="accent4">
                    <a:lumMod val="60000"/>
                    <a:lumOff val="40000"/>
                  </a:schemeClr>
                </a:solidFill>
                <a:sym typeface="+mn-ea"/>
              </a:rPr>
              <a:t>new record</a:t>
            </a:r>
            <a:endParaRPr lang="en-US" sz="1400" b="1">
              <a:ln>
                <a:noFill/>
              </a:ln>
              <a:solidFill>
                <a:schemeClr val="accent4">
                  <a:lumMod val="60000"/>
                  <a:lumOff val="40000"/>
                </a:schemeClr>
              </a:solidFill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2186</Words>
  <Application>WPS Writer</Application>
  <PresentationFormat>Widescreen</PresentationFormat>
  <Paragraphs>97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SimSun</vt:lpstr>
      <vt:lpstr>Wingdings</vt:lpstr>
      <vt:lpstr>Calibri</vt:lpstr>
      <vt:lpstr>Helvetica Neue</vt:lpstr>
      <vt:lpstr>Microsoft YaHei</vt:lpstr>
      <vt:lpstr>汉仪旗黑</vt:lpstr>
      <vt:lpstr>Arial Unicode MS</vt:lpstr>
      <vt:lpstr>Calibri Light</vt:lpstr>
      <vt:lpstr>SimSun</vt:lpstr>
      <vt:lpstr>宋体-简</vt:lpstr>
      <vt:lpstr>Arial Black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zoeybiubiu</dc:creator>
  <cp:lastModifiedBy>Mysterious Artist</cp:lastModifiedBy>
  <cp:revision>14</cp:revision>
  <dcterms:created xsi:type="dcterms:W3CDTF">2026-05-04T22:26:18Z</dcterms:created>
  <dcterms:modified xsi:type="dcterms:W3CDTF">2026-05-04T22:26:18Z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1033-4.4.2.7667</vt:lpwstr>
  </property>
</Properties>
</file>