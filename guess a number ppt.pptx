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diagrams/colors1.xml" ContentType="application/vnd.openxmlformats-officedocument.drawingml.diagramColors+xml"/>
  <Override PartName="/ppt/diagrams/data1.xml" ContentType="application/vnd.openxmlformats-officedocument.drawingml.diagramData+xml"/>
  <Override PartName="/ppt/diagrams/drawing1.xml" ContentType="application/vnd.ms-office.drawingml.diagramDrawing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3"/>
    <p:sldId id="259" r:id="rId4"/>
    <p:sldId id="260" r:id="rId5"/>
    <p:sldId id="262" r:id="rId6"/>
    <p:sldId id="263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zoeybiubiu" initials="z" lastIdx="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>
      <p:cViewPr varScale="1">
        <p:scale>
          <a:sx n="53" d="100"/>
          <a:sy n="53" d="100"/>
        </p:scale>
        <p:origin x="18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commentAuthors" Target="commentAuthors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77D31B3-3808-4FBA-8FA4-CC8D448A173E}" type="doc">
      <dgm:prSet loTypeId="urn:microsoft.com/office/officeart/2005/8/layout/orgChart1" loCatId="hierarchy" qsTypeId="urn:microsoft.com/office/officeart/2005/8/quickstyle/simple1" qsCatId="simple" csTypeId="urn:microsoft.com/office/officeart/2005/8/colors/accent1_2" csCatId="accent1" phldr="0"/>
      <dgm:spPr/>
      <dgm:t>
        <a:bodyPr/>
        <a:p>
          <a:endParaRPr lang="en-US"/>
        </a:p>
      </dgm:t>
    </dgm:pt>
    <dgm:pt modelId="{47C757F0-AA23-46BE-9311-EA432CDEEAA1}">
      <dgm:prSet phldrT="[Text]"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>
              <a:sym typeface="+mn-ea"/>
            </a:rPr>
            <a:t>main( )</a:t>
          </a:r>
          <a:r>
            <a:rPr lang="zh-CN" altLang="en-US">
              <a:sym typeface="+mn-ea"/>
            </a:rPr>
            <a:t/>
          </a:r>
          <a:endParaRPr lang="zh-CN" altLang="en-US">
            <a:sym typeface="+mn-ea"/>
          </a:endParaRPr>
        </a:p>
      </dgm:t>
    </dgm:pt>
    <dgm:pt modelId="{AB39B06D-FE6C-48B2-B5B4-77CD0C8CF7AD}" cxnId="{0BF19F67-4871-4D43-B50F-7BC3B8FDFDCB}" type="parTrans">
      <dgm:prSet/>
      <dgm:spPr/>
      <dgm:t>
        <a:bodyPr/>
        <a:p>
          <a:endParaRPr lang="en-US"/>
        </a:p>
      </dgm:t>
    </dgm:pt>
    <dgm:pt modelId="{DF0D1C21-B79E-4875-B7FA-EF183CB48B88}" cxnId="{0BF19F67-4871-4D43-B50F-7BC3B8FDFDCB}" type="sibTrans">
      <dgm:prSet/>
      <dgm:spPr/>
      <dgm:t>
        <a:bodyPr/>
        <a:p>
          <a:endParaRPr lang="en-US"/>
        </a:p>
      </dgm:t>
    </dgm:pt>
    <dgm:pt modelId="{12714FC6-8B41-47E5-91DD-F02D34D23B93}">
      <dgm:prSet phldrT="[Text]"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>
              <a:sym typeface="+mn-ea"/>
            </a:rPr>
            <a:t>display_scores( )</a:t>
          </a:r>
          <a:r>
            <a:rPr lang="en-US"/>
            <a:t/>
          </a:r>
          <a:endParaRPr lang="en-US"/>
        </a:p>
      </dgm:t>
    </dgm:pt>
    <dgm:pt modelId="{EACD17F5-D793-4A43-B489-D1804D50CFEF}" cxnId="{3E51F3C3-EC66-4E39-BE4D-FC02A8E4A369}" type="parTrans">
      <dgm:prSet/>
      <dgm:spPr/>
      <dgm:t>
        <a:bodyPr/>
        <a:p>
          <a:endParaRPr lang="en-US"/>
        </a:p>
      </dgm:t>
    </dgm:pt>
    <dgm:pt modelId="{FA45D93F-0724-4936-AA45-E6762732A19D}" cxnId="{3E51F3C3-EC66-4E39-BE4D-FC02A8E4A369}" type="sibTrans">
      <dgm:prSet/>
      <dgm:spPr/>
      <dgm:t>
        <a:bodyPr/>
        <a:p>
          <a:endParaRPr lang="en-US"/>
        </a:p>
      </dgm:t>
    </dgm:pt>
    <dgm:pt modelId="{6D1D6098-D6FD-4D47-AA6B-78C37BE30A71}">
      <dgm:prSet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>
              <a:sym typeface="+mn-ea"/>
            </a:rPr>
            <a:t>r</a:t>
          </a:r>
          <a:r>
            <a:rPr altLang="en-US">
              <a:sym typeface="+mn-ea"/>
            </a:rPr>
            <a:t>ead_history( )</a:t>
          </a:r>
          <a:r>
            <a:rPr altLang="en-US"/>
            <a:t/>
          </a:r>
          <a:endParaRPr altLang="en-US"/>
        </a:p>
      </dgm:t>
    </dgm:pt>
    <dgm:pt modelId="{FE5F55CC-A28E-4366-B894-16B212ECA5EC}" cxnId="{2ABB252A-E999-4FC3-B331-F9B4AC7F6A79}" type="parTrans">
      <dgm:prSet/>
      <dgm:spPr/>
    </dgm:pt>
    <dgm:pt modelId="{E66E65D6-0DFE-476B-81AD-0276A651890F}" cxnId="{2ABB252A-E999-4FC3-B331-F9B4AC7F6A79}" type="sibTrans">
      <dgm:prSet/>
      <dgm:spPr/>
    </dgm:pt>
    <dgm:pt modelId="{4EC42421-831D-4CD3-8215-2AF4300F9C01}">
      <dgm:prSet phldrT="[Text]"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>
              <a:sym typeface="+mn-ea"/>
            </a:rPr>
            <a:t>get_player_name( )</a:t>
          </a:r>
          <a:r>
            <a:rPr lang="en-US"/>
            <a:t/>
          </a:r>
          <a:endParaRPr lang="en-US"/>
        </a:p>
      </dgm:t>
    </dgm:pt>
    <dgm:pt modelId="{8D5FB264-0A5C-4C3A-85B7-453D9BD837DF}" cxnId="{A610D86A-B5A7-4D8F-B676-ECEE3CD0B36B}" type="parTrans">
      <dgm:prSet/>
      <dgm:spPr/>
      <dgm:t>
        <a:bodyPr/>
        <a:p>
          <a:endParaRPr lang="en-US"/>
        </a:p>
      </dgm:t>
    </dgm:pt>
    <dgm:pt modelId="{A1825131-D805-48C8-BFCE-E45C02E6F5CE}" cxnId="{A610D86A-B5A7-4D8F-B676-ECEE3CD0B36B}" type="sibTrans">
      <dgm:prSet/>
      <dgm:spPr/>
      <dgm:t>
        <a:bodyPr/>
        <a:p>
          <a:endParaRPr lang="en-US"/>
        </a:p>
      </dgm:t>
    </dgm:pt>
    <dgm:pt modelId="{CF717C8A-B40B-4AFF-BF49-65ABB7DF8190}">
      <dgm:prSet phldrT="[Text]"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>
              <a:sym typeface="+mn-ea"/>
            </a:rPr>
            <a:t>repeat_game( )</a:t>
          </a:r>
          <a:r>
            <a:rPr lang="en-US"/>
            <a:t/>
          </a:r>
          <a:endParaRPr lang="en-US"/>
        </a:p>
      </dgm:t>
    </dgm:pt>
    <dgm:pt modelId="{CCF68ADE-40B6-47D0-93C1-88EC13ADC8AC}" cxnId="{D507CFC5-D298-4B26-9347-6E965DA564B4}" type="parTrans">
      <dgm:prSet/>
      <dgm:spPr/>
      <dgm:t>
        <a:bodyPr/>
        <a:p>
          <a:endParaRPr lang="en-US"/>
        </a:p>
      </dgm:t>
    </dgm:pt>
    <dgm:pt modelId="{630D3E0B-D1D7-4E1A-8193-515AA5E1866F}" cxnId="{D507CFC5-D298-4B26-9347-6E965DA564B4}" type="sibTrans">
      <dgm:prSet/>
      <dgm:spPr/>
      <dgm:t>
        <a:bodyPr/>
        <a:p>
          <a:endParaRPr lang="en-US"/>
        </a:p>
      </dgm:t>
    </dgm:pt>
    <dgm:pt modelId="{7F01143B-F572-40A4-8054-6BB69783574C}">
      <dgm:prSet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altLang="en-US">
              <a:sym typeface="+mn-ea"/>
            </a:rPr>
            <a:t>store_name</a:t>
          </a:r>
          <a:r>
            <a:rPr lang="en-US">
              <a:sym typeface="+mn-ea"/>
            </a:rPr>
            <a:t>( )</a:t>
          </a:r>
          <a:r>
            <a:rPr lang="en-US">
              <a:sym typeface="+mn-ea"/>
            </a:rPr>
            <a:t/>
          </a:r>
          <a:endParaRPr lang="en-US">
            <a:sym typeface="+mn-ea"/>
          </a:endParaRPr>
        </a:p>
      </dgm:t>
    </dgm:pt>
    <dgm:pt modelId="{36250170-DAF7-4D59-A4A3-523F1C6FD272}" cxnId="{AF6F82AD-FE0A-48E4-B3E0-C86100E13483}" type="parTrans">
      <dgm:prSet/>
      <dgm:spPr/>
    </dgm:pt>
    <dgm:pt modelId="{79CC02CA-234D-4595-B1A2-75ED6351AD1A}" cxnId="{AF6F82AD-FE0A-48E4-B3E0-C86100E13483}" type="sibTrans">
      <dgm:prSet/>
      <dgm:spPr/>
    </dgm:pt>
    <dgm:pt modelId="{E498DC9C-C5AC-4482-A26F-3B99DC5D79F0}" type="pres">
      <dgm:prSet presAssocID="{A77D31B3-3808-4FBA-8FA4-CC8D448A173E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F728C3E8-5128-4BB6-90CC-A86769ECE335}" type="pres">
      <dgm:prSet presAssocID="{47C757F0-AA23-46BE-9311-EA432CDEEAA1}" presName="hierRoot1" presStyleCnt="0">
        <dgm:presLayoutVars>
          <dgm:hierBranch val="init"/>
        </dgm:presLayoutVars>
      </dgm:prSet>
      <dgm:spPr/>
    </dgm:pt>
    <dgm:pt modelId="{79147750-B6BF-43FD-83A0-7ACDC9B53EFF}" type="pres">
      <dgm:prSet presAssocID="{47C757F0-AA23-46BE-9311-EA432CDEEAA1}" presName="rootComposite1" presStyleCnt="0"/>
      <dgm:spPr/>
    </dgm:pt>
    <dgm:pt modelId="{AE79172D-D441-42BB-84EA-E3D989670DED}" type="pres">
      <dgm:prSet presAssocID="{47C757F0-AA23-46BE-9311-EA432CDEEAA1}" presName="rootText1" presStyleLbl="node0" presStyleIdx="0" presStyleCnt="1" custLinFactNeighborY="-1086">
        <dgm:presLayoutVars>
          <dgm:chPref val="3"/>
        </dgm:presLayoutVars>
      </dgm:prSet>
      <dgm:spPr/>
    </dgm:pt>
    <dgm:pt modelId="{86420519-308D-4A6A-8FEA-6FB2E39BA448}" type="pres">
      <dgm:prSet presAssocID="{47C757F0-AA23-46BE-9311-EA432CDEEAA1}" presName="rootConnector1" presStyleCnt="0"/>
      <dgm:spPr/>
    </dgm:pt>
    <dgm:pt modelId="{9A0FF10C-81C7-47CD-A320-768F2009480B}" type="pres">
      <dgm:prSet presAssocID="{47C757F0-AA23-46BE-9311-EA432CDEEAA1}" presName="hierChild2" presStyleCnt="0"/>
      <dgm:spPr/>
    </dgm:pt>
    <dgm:pt modelId="{6A259130-4455-44E0-969B-948D1249687E}" type="pres">
      <dgm:prSet presAssocID="{EACD17F5-D793-4A43-B489-D1804D50CFEF}" presName="Name37" presStyleLbl="parChTrans1D2" presStyleIdx="0" presStyleCnt="4"/>
      <dgm:spPr/>
    </dgm:pt>
    <dgm:pt modelId="{D6C5C065-A308-417C-8ECC-04FC2BEC646C}" type="pres">
      <dgm:prSet presAssocID="{12714FC6-8B41-47E5-91DD-F02D34D23B93}" presName="hierRoot2" presStyleCnt="0">
        <dgm:presLayoutVars>
          <dgm:hierBranch val="init"/>
        </dgm:presLayoutVars>
      </dgm:prSet>
      <dgm:spPr/>
    </dgm:pt>
    <dgm:pt modelId="{E36491EF-5019-46FD-BC82-1BD579B9EE0E}" type="pres">
      <dgm:prSet presAssocID="{12714FC6-8B41-47E5-91DD-F02D34D23B93}" presName="rootComposite" presStyleCnt="0"/>
      <dgm:spPr/>
    </dgm:pt>
    <dgm:pt modelId="{43B7C837-49D6-40CE-BBAB-953D9E4BA7ED}" type="pres">
      <dgm:prSet presAssocID="{12714FC6-8B41-47E5-91DD-F02D34D23B93}" presName="rootText" presStyleLbl="node2" presStyleIdx="0" presStyleCnt="4">
        <dgm:presLayoutVars>
          <dgm:chPref val="3"/>
        </dgm:presLayoutVars>
      </dgm:prSet>
      <dgm:spPr/>
    </dgm:pt>
    <dgm:pt modelId="{9A037140-9B69-4B9F-A134-F2F2EB0F2E32}" type="pres">
      <dgm:prSet presAssocID="{12714FC6-8B41-47E5-91DD-F02D34D23B93}" presName="rootConnector" presStyleCnt="0"/>
      <dgm:spPr/>
    </dgm:pt>
    <dgm:pt modelId="{FA37AA5D-87C2-47F6-9B72-B753C073E744}" type="pres">
      <dgm:prSet presAssocID="{12714FC6-8B41-47E5-91DD-F02D34D23B93}" presName="hierChild4" presStyleCnt="0"/>
      <dgm:spPr/>
    </dgm:pt>
    <dgm:pt modelId="{2A461B48-543F-48AF-8DCC-9A762D796B5F}" type="pres">
      <dgm:prSet presAssocID="{FE5F55CC-A28E-4366-B894-16B212ECA5EC}" presName="Name37" presStyleLbl="parChTrans1D3" presStyleIdx="0" presStyleCnt="1"/>
      <dgm:spPr/>
    </dgm:pt>
    <dgm:pt modelId="{52162148-C825-4795-BB95-063D6837B98F}" type="pres">
      <dgm:prSet presAssocID="{6D1D6098-D6FD-4D47-AA6B-78C37BE30A71}" presName="hierRoot2" presStyleCnt="0">
        <dgm:presLayoutVars>
          <dgm:hierBranch val="init"/>
        </dgm:presLayoutVars>
      </dgm:prSet>
      <dgm:spPr/>
    </dgm:pt>
    <dgm:pt modelId="{EF373ACE-8944-4FD1-B887-02E4C067DF46}" type="pres">
      <dgm:prSet presAssocID="{6D1D6098-D6FD-4D47-AA6B-78C37BE30A71}" presName="rootComposite" presStyleCnt="0"/>
      <dgm:spPr/>
    </dgm:pt>
    <dgm:pt modelId="{1838AAB7-8F0C-4CB1-91A9-A719FF96A0AB}" type="pres">
      <dgm:prSet presAssocID="{6D1D6098-D6FD-4D47-AA6B-78C37BE30A71}" presName="rootText" presStyleLbl="node3" presStyleIdx="0" presStyleCnt="1">
        <dgm:presLayoutVars>
          <dgm:chPref val="3"/>
        </dgm:presLayoutVars>
      </dgm:prSet>
      <dgm:spPr/>
    </dgm:pt>
    <dgm:pt modelId="{2263A213-23BB-4E2C-8906-11F5B81645B6}" type="pres">
      <dgm:prSet presAssocID="{6D1D6098-D6FD-4D47-AA6B-78C37BE30A71}" presName="rootConnector" presStyleCnt="0"/>
      <dgm:spPr/>
    </dgm:pt>
    <dgm:pt modelId="{8C419335-2FD1-46E9-8F20-C0901B02116F}" type="pres">
      <dgm:prSet presAssocID="{6D1D6098-D6FD-4D47-AA6B-78C37BE30A71}" presName="hierChild4" presStyleCnt="0"/>
      <dgm:spPr/>
    </dgm:pt>
    <dgm:pt modelId="{9114691E-B13D-4A6F-8A08-B423C0187196}" type="pres">
      <dgm:prSet presAssocID="{6D1D6098-D6FD-4D47-AA6B-78C37BE30A71}" presName="hierChild5" presStyleCnt="0"/>
      <dgm:spPr/>
    </dgm:pt>
    <dgm:pt modelId="{A7309641-2A58-41EA-9E42-56812CF298ED}" type="pres">
      <dgm:prSet presAssocID="{12714FC6-8B41-47E5-91DD-F02D34D23B93}" presName="hierChild5" presStyleCnt="0"/>
      <dgm:spPr/>
    </dgm:pt>
    <dgm:pt modelId="{F492B679-3C8C-4E72-95A8-8B81298826E7}" type="pres">
      <dgm:prSet presAssocID="{8D5FB264-0A5C-4C3A-85B7-453D9BD837DF}" presName="Name37" presStyleLbl="parChTrans1D2" presStyleIdx="1" presStyleCnt="4"/>
      <dgm:spPr/>
    </dgm:pt>
    <dgm:pt modelId="{C6F584B9-7EA2-46D8-913B-8F508509ECAB}" type="pres">
      <dgm:prSet presAssocID="{4EC42421-831D-4CD3-8215-2AF4300F9C01}" presName="hierRoot2" presStyleCnt="0">
        <dgm:presLayoutVars>
          <dgm:hierBranch val="init"/>
        </dgm:presLayoutVars>
      </dgm:prSet>
      <dgm:spPr/>
    </dgm:pt>
    <dgm:pt modelId="{6CAD9CE6-86A1-4F7D-98A6-3AF53F55F9E3}" type="pres">
      <dgm:prSet presAssocID="{4EC42421-831D-4CD3-8215-2AF4300F9C01}" presName="rootComposite" presStyleCnt="0"/>
      <dgm:spPr/>
    </dgm:pt>
    <dgm:pt modelId="{08A0D1D2-3A20-4D63-8E35-B7C8B6B16D48}" type="pres">
      <dgm:prSet presAssocID="{4EC42421-831D-4CD3-8215-2AF4300F9C01}" presName="rootText" presStyleLbl="node2" presStyleIdx="1" presStyleCnt="4">
        <dgm:presLayoutVars>
          <dgm:chPref val="3"/>
        </dgm:presLayoutVars>
      </dgm:prSet>
      <dgm:spPr/>
    </dgm:pt>
    <dgm:pt modelId="{6238C53E-A961-488B-8FBD-6EC13507B069}" type="pres">
      <dgm:prSet presAssocID="{4EC42421-831D-4CD3-8215-2AF4300F9C01}" presName="rootConnector" presStyleCnt="0"/>
      <dgm:spPr/>
    </dgm:pt>
    <dgm:pt modelId="{A9C46FD3-3BE9-4E6E-BFF6-B0B42B13F857}" type="pres">
      <dgm:prSet presAssocID="{4EC42421-831D-4CD3-8215-2AF4300F9C01}" presName="hierChild4" presStyleCnt="0"/>
      <dgm:spPr/>
    </dgm:pt>
    <dgm:pt modelId="{A663BBFB-A120-4F5B-82EC-DB644DB9966B}" type="pres">
      <dgm:prSet presAssocID="{4EC42421-831D-4CD3-8215-2AF4300F9C01}" presName="hierChild5" presStyleCnt="0"/>
      <dgm:spPr/>
    </dgm:pt>
    <dgm:pt modelId="{AB3A8128-6C86-49B7-B5CC-0153888815E5}" type="pres">
      <dgm:prSet presAssocID="{CCF68ADE-40B6-47D0-93C1-88EC13ADC8AC}" presName="Name37" presStyleLbl="parChTrans1D2" presStyleIdx="2" presStyleCnt="4"/>
      <dgm:spPr/>
    </dgm:pt>
    <dgm:pt modelId="{1A917F9A-DDE6-4568-B35C-7FABCEF0A586}" type="pres">
      <dgm:prSet presAssocID="{CF717C8A-B40B-4AFF-BF49-65ABB7DF8190}" presName="hierRoot2" presStyleCnt="0">
        <dgm:presLayoutVars>
          <dgm:hierBranch val="init"/>
        </dgm:presLayoutVars>
      </dgm:prSet>
      <dgm:spPr/>
    </dgm:pt>
    <dgm:pt modelId="{FA949B67-3DB7-47FA-97C9-4A653E762F22}" type="pres">
      <dgm:prSet presAssocID="{CF717C8A-B40B-4AFF-BF49-65ABB7DF8190}" presName="rootComposite" presStyleCnt="0"/>
      <dgm:spPr/>
    </dgm:pt>
    <dgm:pt modelId="{7D64F4A3-0E55-47AC-A59B-9D5A9DC25552}" type="pres">
      <dgm:prSet presAssocID="{CF717C8A-B40B-4AFF-BF49-65ABB7DF8190}" presName="rootText" presStyleLbl="node2" presStyleIdx="2" presStyleCnt="4">
        <dgm:presLayoutVars>
          <dgm:chPref val="3"/>
        </dgm:presLayoutVars>
      </dgm:prSet>
      <dgm:spPr/>
    </dgm:pt>
    <dgm:pt modelId="{5667CB49-EC34-46BC-AD2D-72F3BD95D049}" type="pres">
      <dgm:prSet presAssocID="{CF717C8A-B40B-4AFF-BF49-65ABB7DF8190}" presName="rootConnector" presStyleCnt="0"/>
      <dgm:spPr/>
    </dgm:pt>
    <dgm:pt modelId="{EB3A10DA-2FA4-4DAD-8341-8078D7F83716}" type="pres">
      <dgm:prSet presAssocID="{CF717C8A-B40B-4AFF-BF49-65ABB7DF8190}" presName="hierChild4" presStyleCnt="0"/>
      <dgm:spPr/>
    </dgm:pt>
    <dgm:pt modelId="{B05C5608-85C8-433E-A928-1755312B673B}" type="pres">
      <dgm:prSet presAssocID="{CF717C8A-B40B-4AFF-BF49-65ABB7DF8190}" presName="hierChild5" presStyleCnt="0"/>
      <dgm:spPr/>
    </dgm:pt>
    <dgm:pt modelId="{3C038928-C3D9-4DDC-AFCC-FE146585430E}" type="pres">
      <dgm:prSet presAssocID="{36250170-DAF7-4D59-A4A3-523F1C6FD272}" presName="Name37" presStyleLbl="parChTrans1D2" presStyleIdx="3" presStyleCnt="4"/>
      <dgm:spPr/>
    </dgm:pt>
    <dgm:pt modelId="{828060FA-C875-4E00-9032-E99A91DF896A}" type="pres">
      <dgm:prSet presAssocID="{7F01143B-F572-40A4-8054-6BB69783574C}" presName="hierRoot2" presStyleCnt="0">
        <dgm:presLayoutVars>
          <dgm:hierBranch val="init"/>
        </dgm:presLayoutVars>
      </dgm:prSet>
      <dgm:spPr/>
    </dgm:pt>
    <dgm:pt modelId="{90F3162B-800D-4B9A-ABF0-EBEEF61D9F4C}" type="pres">
      <dgm:prSet presAssocID="{7F01143B-F572-40A4-8054-6BB69783574C}" presName="rootComposite" presStyleCnt="0"/>
      <dgm:spPr/>
    </dgm:pt>
    <dgm:pt modelId="{11563017-F08F-4229-A6C3-FAC68AB5C636}" type="pres">
      <dgm:prSet presAssocID="{7F01143B-F572-40A4-8054-6BB69783574C}" presName="rootText" presStyleLbl="node2" presStyleIdx="3" presStyleCnt="4">
        <dgm:presLayoutVars>
          <dgm:chPref val="3"/>
        </dgm:presLayoutVars>
      </dgm:prSet>
      <dgm:spPr/>
    </dgm:pt>
    <dgm:pt modelId="{6F0A63D9-75BC-4DEE-AFC7-48191EB77D53}" type="pres">
      <dgm:prSet presAssocID="{7F01143B-F572-40A4-8054-6BB69783574C}" presName="rootConnector" presStyleCnt="0"/>
      <dgm:spPr/>
    </dgm:pt>
    <dgm:pt modelId="{3C40D926-49C8-4F46-873C-1BB9D4ECB721}" type="pres">
      <dgm:prSet presAssocID="{7F01143B-F572-40A4-8054-6BB69783574C}" presName="hierChild4" presStyleCnt="0"/>
      <dgm:spPr/>
    </dgm:pt>
    <dgm:pt modelId="{FF28BED8-1507-414A-B6D0-85FE3157AB8E}" type="pres">
      <dgm:prSet presAssocID="{7F01143B-F572-40A4-8054-6BB69783574C}" presName="hierChild5" presStyleCnt="0"/>
      <dgm:spPr/>
    </dgm:pt>
    <dgm:pt modelId="{0E819307-1B4E-434E-BA76-D5A4192B0663}" type="pres">
      <dgm:prSet presAssocID="{47C757F0-AA23-46BE-9311-EA432CDEEAA1}" presName="hierChild3" presStyleCnt="0"/>
      <dgm:spPr/>
    </dgm:pt>
  </dgm:ptLst>
  <dgm:cxnLst>
    <dgm:cxn modelId="{0BF19F67-4871-4D43-B50F-7BC3B8FDFDCB}" srcId="{A77D31B3-3808-4FBA-8FA4-CC8D448A173E}" destId="{47C757F0-AA23-46BE-9311-EA432CDEEAA1}" srcOrd="0" destOrd="0" parTransId="{AB39B06D-FE6C-48B2-B5B4-77CD0C8CF7AD}" sibTransId="{DF0D1C21-B79E-4875-B7FA-EF183CB48B88}"/>
    <dgm:cxn modelId="{3E51F3C3-EC66-4E39-BE4D-FC02A8E4A369}" srcId="{47C757F0-AA23-46BE-9311-EA432CDEEAA1}" destId="{12714FC6-8B41-47E5-91DD-F02D34D23B93}" srcOrd="0" destOrd="0" parTransId="{EACD17F5-D793-4A43-B489-D1804D50CFEF}" sibTransId="{FA45D93F-0724-4936-AA45-E6762732A19D}"/>
    <dgm:cxn modelId="{2ABB252A-E999-4FC3-B331-F9B4AC7F6A79}" srcId="{12714FC6-8B41-47E5-91DD-F02D34D23B93}" destId="{6D1D6098-D6FD-4D47-AA6B-78C37BE30A71}" srcOrd="0" destOrd="0" parTransId="{FE5F55CC-A28E-4366-B894-16B212ECA5EC}" sibTransId="{E66E65D6-0DFE-476B-81AD-0276A651890F}"/>
    <dgm:cxn modelId="{A610D86A-B5A7-4D8F-B676-ECEE3CD0B36B}" srcId="{47C757F0-AA23-46BE-9311-EA432CDEEAA1}" destId="{4EC42421-831D-4CD3-8215-2AF4300F9C01}" srcOrd="1" destOrd="0" parTransId="{8D5FB264-0A5C-4C3A-85B7-453D9BD837DF}" sibTransId="{A1825131-D805-48C8-BFCE-E45C02E6F5CE}"/>
    <dgm:cxn modelId="{D507CFC5-D298-4B26-9347-6E965DA564B4}" srcId="{47C757F0-AA23-46BE-9311-EA432CDEEAA1}" destId="{CF717C8A-B40B-4AFF-BF49-65ABB7DF8190}" srcOrd="2" destOrd="0" parTransId="{CCF68ADE-40B6-47D0-93C1-88EC13ADC8AC}" sibTransId="{630D3E0B-D1D7-4E1A-8193-515AA5E1866F}"/>
    <dgm:cxn modelId="{AF6F82AD-FE0A-48E4-B3E0-C86100E13483}" srcId="{47C757F0-AA23-46BE-9311-EA432CDEEAA1}" destId="{7F01143B-F572-40A4-8054-6BB69783574C}" srcOrd="3" destOrd="0" parTransId="{36250170-DAF7-4D59-A4A3-523F1C6FD272}" sibTransId="{79CC02CA-234D-4595-B1A2-75ED6351AD1A}"/>
    <dgm:cxn modelId="{FFAF165D-A2E1-4515-9977-432240B48944}" type="presOf" srcId="{A77D31B3-3808-4FBA-8FA4-CC8D448A173E}" destId="{E498DC9C-C5AC-4482-A26F-3B99DC5D79F0}" srcOrd="0" destOrd="0" presId="urn:microsoft.com/office/officeart/2005/8/layout/orgChart1"/>
    <dgm:cxn modelId="{5EBE1DC4-11FD-41D4-A551-9B75478C4A61}" type="presParOf" srcId="{E498DC9C-C5AC-4482-A26F-3B99DC5D79F0}" destId="{F728C3E8-5128-4BB6-90CC-A86769ECE335}" srcOrd="0" destOrd="0" presId="urn:microsoft.com/office/officeart/2005/8/layout/orgChart1"/>
    <dgm:cxn modelId="{D5F685ED-E6C1-4958-97ED-E56D3E690254}" type="presParOf" srcId="{F728C3E8-5128-4BB6-90CC-A86769ECE335}" destId="{79147750-B6BF-43FD-83A0-7ACDC9B53EFF}" srcOrd="0" destOrd="0" presId="urn:microsoft.com/office/officeart/2005/8/layout/orgChart1"/>
    <dgm:cxn modelId="{80D8E179-65CD-42E7-96B9-DF4CECE6AF7A}" type="presOf" srcId="{47C757F0-AA23-46BE-9311-EA432CDEEAA1}" destId="{79147750-B6BF-43FD-83A0-7ACDC9B53EFF}" srcOrd="0" destOrd="0" presId="urn:microsoft.com/office/officeart/2005/8/layout/orgChart1"/>
    <dgm:cxn modelId="{15CE7F23-484A-4D82-B8FE-5C2919F2C290}" type="presParOf" srcId="{79147750-B6BF-43FD-83A0-7ACDC9B53EFF}" destId="{AE79172D-D441-42BB-84EA-E3D989670DED}" srcOrd="0" destOrd="0" presId="urn:microsoft.com/office/officeart/2005/8/layout/orgChart1"/>
    <dgm:cxn modelId="{0D2D6725-9F5C-453F-927B-62C4B2E59FDB}" type="presOf" srcId="{47C757F0-AA23-46BE-9311-EA432CDEEAA1}" destId="{AE79172D-D441-42BB-84EA-E3D989670DED}" srcOrd="0" destOrd="0" presId="urn:microsoft.com/office/officeart/2005/8/layout/orgChart1"/>
    <dgm:cxn modelId="{6546C029-1D8C-4869-8BDF-E98CB4E86C26}" type="presParOf" srcId="{79147750-B6BF-43FD-83A0-7ACDC9B53EFF}" destId="{86420519-308D-4A6A-8FEA-6FB2E39BA448}" srcOrd="1" destOrd="0" presId="urn:microsoft.com/office/officeart/2005/8/layout/orgChart1"/>
    <dgm:cxn modelId="{9729BFCB-71DE-4D8C-9D9B-E5A570EF899A}" type="presOf" srcId="{47C757F0-AA23-46BE-9311-EA432CDEEAA1}" destId="{86420519-308D-4A6A-8FEA-6FB2E39BA448}" srcOrd="0" destOrd="0" presId="urn:microsoft.com/office/officeart/2005/8/layout/orgChart1"/>
    <dgm:cxn modelId="{7A7833FC-EC0B-4953-B7FA-8D7F0ED5882F}" type="presParOf" srcId="{F728C3E8-5128-4BB6-90CC-A86769ECE335}" destId="{9A0FF10C-81C7-47CD-A320-768F2009480B}" srcOrd="1" destOrd="0" presId="urn:microsoft.com/office/officeart/2005/8/layout/orgChart1"/>
    <dgm:cxn modelId="{106A191D-A4E6-42A0-AE93-3D3AEC6ED260}" type="presParOf" srcId="{9A0FF10C-81C7-47CD-A320-768F2009480B}" destId="{6A259130-4455-44E0-969B-948D1249687E}" srcOrd="0" destOrd="1" presId="urn:microsoft.com/office/officeart/2005/8/layout/orgChart1"/>
    <dgm:cxn modelId="{E457002A-6C73-44FC-9B4C-958116F6F7DF}" type="presOf" srcId="{EACD17F5-D793-4A43-B489-D1804D50CFEF}" destId="{6A259130-4455-44E0-969B-948D1249687E}" srcOrd="0" destOrd="0" presId="urn:microsoft.com/office/officeart/2005/8/layout/orgChart1"/>
    <dgm:cxn modelId="{7FE8774B-A14A-4997-8A60-5DFFB409518F}" type="presParOf" srcId="{9A0FF10C-81C7-47CD-A320-768F2009480B}" destId="{D6C5C065-A308-417C-8ECC-04FC2BEC646C}" srcOrd="1" destOrd="1" presId="urn:microsoft.com/office/officeart/2005/8/layout/orgChart1"/>
    <dgm:cxn modelId="{520158F9-6857-4F51-A9D5-5DEB9D161026}" type="presParOf" srcId="{D6C5C065-A308-417C-8ECC-04FC2BEC646C}" destId="{E36491EF-5019-46FD-BC82-1BD579B9EE0E}" srcOrd="0" destOrd="1" presId="urn:microsoft.com/office/officeart/2005/8/layout/orgChart1"/>
    <dgm:cxn modelId="{359E4BD2-ABBD-4CF6-A441-CDF8E8889279}" type="presOf" srcId="{12714FC6-8B41-47E5-91DD-F02D34D23B93}" destId="{E36491EF-5019-46FD-BC82-1BD579B9EE0E}" srcOrd="0" destOrd="0" presId="urn:microsoft.com/office/officeart/2005/8/layout/orgChart1"/>
    <dgm:cxn modelId="{4048C252-8D8A-4B37-81FE-96A2484EA695}" type="presParOf" srcId="{E36491EF-5019-46FD-BC82-1BD579B9EE0E}" destId="{43B7C837-49D6-40CE-BBAB-953D9E4BA7ED}" srcOrd="0" destOrd="0" presId="urn:microsoft.com/office/officeart/2005/8/layout/orgChart1"/>
    <dgm:cxn modelId="{618C7B17-6C5E-47DC-839A-C165961643DE}" type="presOf" srcId="{12714FC6-8B41-47E5-91DD-F02D34D23B93}" destId="{43B7C837-49D6-40CE-BBAB-953D9E4BA7ED}" srcOrd="0" destOrd="0" presId="urn:microsoft.com/office/officeart/2005/8/layout/orgChart1"/>
    <dgm:cxn modelId="{1F391BB9-DCCE-4C84-9142-BE9FCC974CE9}" type="presParOf" srcId="{E36491EF-5019-46FD-BC82-1BD579B9EE0E}" destId="{9A037140-9B69-4B9F-A134-F2F2EB0F2E32}" srcOrd="1" destOrd="0" presId="urn:microsoft.com/office/officeart/2005/8/layout/orgChart1"/>
    <dgm:cxn modelId="{D586726B-04B3-4D20-835C-B6E2C61A33EC}" type="presOf" srcId="{12714FC6-8B41-47E5-91DD-F02D34D23B93}" destId="{9A037140-9B69-4B9F-A134-F2F2EB0F2E32}" srcOrd="0" destOrd="0" presId="urn:microsoft.com/office/officeart/2005/8/layout/orgChart1"/>
    <dgm:cxn modelId="{0CCF2267-2B9D-4791-BB57-63914AB918B5}" type="presParOf" srcId="{D6C5C065-A308-417C-8ECC-04FC2BEC646C}" destId="{FA37AA5D-87C2-47F6-9B72-B753C073E744}" srcOrd="1" destOrd="1" presId="urn:microsoft.com/office/officeart/2005/8/layout/orgChart1"/>
    <dgm:cxn modelId="{C4B0052A-9169-47E9-9955-33E1B52B62BE}" type="presParOf" srcId="{FA37AA5D-87C2-47F6-9B72-B753C073E744}" destId="{2A461B48-543F-48AF-8DCC-9A762D796B5F}" srcOrd="0" destOrd="1" presId="urn:microsoft.com/office/officeart/2005/8/layout/orgChart1"/>
    <dgm:cxn modelId="{B842CBF6-B1CC-44C2-98F9-86D8A4C59EB9}" type="presOf" srcId="{FE5F55CC-A28E-4366-B894-16B212ECA5EC}" destId="{2A461B48-543F-48AF-8DCC-9A762D796B5F}" srcOrd="0" destOrd="0" presId="urn:microsoft.com/office/officeart/2005/8/layout/orgChart1"/>
    <dgm:cxn modelId="{4FEBAFFD-D025-450E-9B11-0F87F90586FC}" type="presParOf" srcId="{FA37AA5D-87C2-47F6-9B72-B753C073E744}" destId="{52162148-C825-4795-BB95-063D6837B98F}" srcOrd="1" destOrd="1" presId="urn:microsoft.com/office/officeart/2005/8/layout/orgChart1"/>
    <dgm:cxn modelId="{524F5884-C4C3-476A-88DF-21121BAFDE8B}" type="presParOf" srcId="{52162148-C825-4795-BB95-063D6837B98F}" destId="{EF373ACE-8944-4FD1-B887-02E4C067DF46}" srcOrd="0" destOrd="1" presId="urn:microsoft.com/office/officeart/2005/8/layout/orgChart1"/>
    <dgm:cxn modelId="{2B0E36A3-C710-494A-B8E3-2BE674AC1A89}" type="presOf" srcId="{6D1D6098-D6FD-4D47-AA6B-78C37BE30A71}" destId="{EF373ACE-8944-4FD1-B887-02E4C067DF46}" srcOrd="0" destOrd="0" presId="urn:microsoft.com/office/officeart/2005/8/layout/orgChart1"/>
    <dgm:cxn modelId="{72E9F678-0915-491E-9FA6-0ABEB1D61702}" type="presParOf" srcId="{EF373ACE-8944-4FD1-B887-02E4C067DF46}" destId="{1838AAB7-8F0C-4CB1-91A9-A719FF96A0AB}" srcOrd="0" destOrd="0" presId="urn:microsoft.com/office/officeart/2005/8/layout/orgChart1"/>
    <dgm:cxn modelId="{28536BE4-85AA-444A-BFF7-E17384DFD926}" type="presOf" srcId="{6D1D6098-D6FD-4D47-AA6B-78C37BE30A71}" destId="{1838AAB7-8F0C-4CB1-91A9-A719FF96A0AB}" srcOrd="0" destOrd="0" presId="urn:microsoft.com/office/officeart/2005/8/layout/orgChart1"/>
    <dgm:cxn modelId="{0E8AFAFE-5BD8-49C0-8605-69AA77C69D3F}" type="presParOf" srcId="{EF373ACE-8944-4FD1-B887-02E4C067DF46}" destId="{2263A213-23BB-4E2C-8906-11F5B81645B6}" srcOrd="1" destOrd="0" presId="urn:microsoft.com/office/officeart/2005/8/layout/orgChart1"/>
    <dgm:cxn modelId="{40D2BEB4-B172-4B43-AD0A-EC48805BF215}" type="presOf" srcId="{6D1D6098-D6FD-4D47-AA6B-78C37BE30A71}" destId="{2263A213-23BB-4E2C-8906-11F5B81645B6}" srcOrd="0" destOrd="0" presId="urn:microsoft.com/office/officeart/2005/8/layout/orgChart1"/>
    <dgm:cxn modelId="{D3CBE417-A230-4275-BEDE-1B222C895F86}" type="presParOf" srcId="{52162148-C825-4795-BB95-063D6837B98F}" destId="{8C419335-2FD1-46E9-8F20-C0901B02116F}" srcOrd="1" destOrd="1" presId="urn:microsoft.com/office/officeart/2005/8/layout/orgChart1"/>
    <dgm:cxn modelId="{046435B6-F29A-42FA-A6CC-688ACC6138F8}" type="presParOf" srcId="{52162148-C825-4795-BB95-063D6837B98F}" destId="{9114691E-B13D-4A6F-8A08-B423C0187196}" srcOrd="2" destOrd="1" presId="urn:microsoft.com/office/officeart/2005/8/layout/orgChart1"/>
    <dgm:cxn modelId="{356C7D4E-E135-4905-B1F2-B33CC1CC7F42}" type="presParOf" srcId="{D6C5C065-A308-417C-8ECC-04FC2BEC646C}" destId="{A7309641-2A58-41EA-9E42-56812CF298ED}" srcOrd="2" destOrd="1" presId="urn:microsoft.com/office/officeart/2005/8/layout/orgChart1"/>
    <dgm:cxn modelId="{DC73A312-7ECA-491A-B112-D37786AF66E5}" type="presParOf" srcId="{9A0FF10C-81C7-47CD-A320-768F2009480B}" destId="{F492B679-3C8C-4E72-95A8-8B81298826E7}" srcOrd="2" destOrd="1" presId="urn:microsoft.com/office/officeart/2005/8/layout/orgChart1"/>
    <dgm:cxn modelId="{023D905F-ED9B-473C-A36C-D056A5808CFF}" type="presOf" srcId="{8D5FB264-0A5C-4C3A-85B7-453D9BD837DF}" destId="{F492B679-3C8C-4E72-95A8-8B81298826E7}" srcOrd="0" destOrd="0" presId="urn:microsoft.com/office/officeart/2005/8/layout/orgChart1"/>
    <dgm:cxn modelId="{1BBB820D-5704-4950-9DC3-D5DF30B4FE18}" type="presParOf" srcId="{9A0FF10C-81C7-47CD-A320-768F2009480B}" destId="{C6F584B9-7EA2-46D8-913B-8F508509ECAB}" srcOrd="3" destOrd="1" presId="urn:microsoft.com/office/officeart/2005/8/layout/orgChart1"/>
    <dgm:cxn modelId="{504BB0CC-D5F4-44AF-9685-5F7B0DC25511}" type="presParOf" srcId="{C6F584B9-7EA2-46D8-913B-8F508509ECAB}" destId="{6CAD9CE6-86A1-4F7D-98A6-3AF53F55F9E3}" srcOrd="0" destOrd="3" presId="urn:microsoft.com/office/officeart/2005/8/layout/orgChart1"/>
    <dgm:cxn modelId="{D3F33137-E056-40E1-ABCA-66740890C201}" type="presOf" srcId="{4EC42421-831D-4CD3-8215-2AF4300F9C01}" destId="{6CAD9CE6-86A1-4F7D-98A6-3AF53F55F9E3}" srcOrd="0" destOrd="0" presId="urn:microsoft.com/office/officeart/2005/8/layout/orgChart1"/>
    <dgm:cxn modelId="{6662E1EF-3E6A-41B9-ABB7-8FBE99BC4DA9}" type="presParOf" srcId="{6CAD9CE6-86A1-4F7D-98A6-3AF53F55F9E3}" destId="{08A0D1D2-3A20-4D63-8E35-B7C8B6B16D48}" srcOrd="0" destOrd="0" presId="urn:microsoft.com/office/officeart/2005/8/layout/orgChart1"/>
    <dgm:cxn modelId="{530C61B5-4E6F-442C-B047-DF1FEB19B657}" type="presOf" srcId="{4EC42421-831D-4CD3-8215-2AF4300F9C01}" destId="{08A0D1D2-3A20-4D63-8E35-B7C8B6B16D48}" srcOrd="0" destOrd="0" presId="urn:microsoft.com/office/officeart/2005/8/layout/orgChart1"/>
    <dgm:cxn modelId="{92A161C2-3B69-4C72-96CC-29E933B338A0}" type="presParOf" srcId="{6CAD9CE6-86A1-4F7D-98A6-3AF53F55F9E3}" destId="{6238C53E-A961-488B-8FBD-6EC13507B069}" srcOrd="1" destOrd="0" presId="urn:microsoft.com/office/officeart/2005/8/layout/orgChart1"/>
    <dgm:cxn modelId="{EF5AEC79-7C83-41AE-B216-D270AF7E20BF}" type="presOf" srcId="{4EC42421-831D-4CD3-8215-2AF4300F9C01}" destId="{6238C53E-A961-488B-8FBD-6EC13507B069}" srcOrd="0" destOrd="0" presId="urn:microsoft.com/office/officeart/2005/8/layout/orgChart1"/>
    <dgm:cxn modelId="{EDB36B28-0855-4FD2-BA7F-843DF3C9F1A4}" type="presParOf" srcId="{C6F584B9-7EA2-46D8-913B-8F508509ECAB}" destId="{A9C46FD3-3BE9-4E6E-BFF6-B0B42B13F857}" srcOrd="1" destOrd="3" presId="urn:microsoft.com/office/officeart/2005/8/layout/orgChart1"/>
    <dgm:cxn modelId="{F2F4096F-667C-4CD1-8468-8D77380E785E}" type="presParOf" srcId="{C6F584B9-7EA2-46D8-913B-8F508509ECAB}" destId="{A663BBFB-A120-4F5B-82EC-DB644DB9966B}" srcOrd="2" destOrd="3" presId="urn:microsoft.com/office/officeart/2005/8/layout/orgChart1"/>
    <dgm:cxn modelId="{8DD71620-3B2A-441F-B875-47A1BD9082A9}" type="presParOf" srcId="{9A0FF10C-81C7-47CD-A320-768F2009480B}" destId="{AB3A8128-6C86-49B7-B5CC-0153888815E5}" srcOrd="4" destOrd="1" presId="urn:microsoft.com/office/officeart/2005/8/layout/orgChart1"/>
    <dgm:cxn modelId="{F336A238-94D4-4993-BCAA-C3F8F965C987}" type="presOf" srcId="{CCF68ADE-40B6-47D0-93C1-88EC13ADC8AC}" destId="{AB3A8128-6C86-49B7-B5CC-0153888815E5}" srcOrd="0" destOrd="0" presId="urn:microsoft.com/office/officeart/2005/8/layout/orgChart1"/>
    <dgm:cxn modelId="{5763F097-767B-42E1-A367-F95533671677}" type="presParOf" srcId="{9A0FF10C-81C7-47CD-A320-768F2009480B}" destId="{1A917F9A-DDE6-4568-B35C-7FABCEF0A586}" srcOrd="5" destOrd="1" presId="urn:microsoft.com/office/officeart/2005/8/layout/orgChart1"/>
    <dgm:cxn modelId="{CD5FFCAE-8738-4669-A7C2-8276F27184A0}" type="presParOf" srcId="{1A917F9A-DDE6-4568-B35C-7FABCEF0A586}" destId="{FA949B67-3DB7-47FA-97C9-4A653E762F22}" srcOrd="0" destOrd="5" presId="urn:microsoft.com/office/officeart/2005/8/layout/orgChart1"/>
    <dgm:cxn modelId="{5BAE5CF8-29F2-4D17-B9AB-669AFF8745ED}" type="presOf" srcId="{CF717C8A-B40B-4AFF-BF49-65ABB7DF8190}" destId="{FA949B67-3DB7-47FA-97C9-4A653E762F22}" srcOrd="0" destOrd="0" presId="urn:microsoft.com/office/officeart/2005/8/layout/orgChart1"/>
    <dgm:cxn modelId="{9DA2B5AA-A63F-479A-A35F-7226351D2F06}" type="presParOf" srcId="{FA949B67-3DB7-47FA-97C9-4A653E762F22}" destId="{7D64F4A3-0E55-47AC-A59B-9D5A9DC25552}" srcOrd="0" destOrd="0" presId="urn:microsoft.com/office/officeart/2005/8/layout/orgChart1"/>
    <dgm:cxn modelId="{8FB7718F-01AB-4E3C-B367-924585C7C421}" type="presOf" srcId="{CF717C8A-B40B-4AFF-BF49-65ABB7DF8190}" destId="{7D64F4A3-0E55-47AC-A59B-9D5A9DC25552}" srcOrd="0" destOrd="0" presId="urn:microsoft.com/office/officeart/2005/8/layout/orgChart1"/>
    <dgm:cxn modelId="{4755E0CB-814F-4DA0-B71D-0E235CD1C790}" type="presParOf" srcId="{FA949B67-3DB7-47FA-97C9-4A653E762F22}" destId="{5667CB49-EC34-46BC-AD2D-72F3BD95D049}" srcOrd="1" destOrd="0" presId="urn:microsoft.com/office/officeart/2005/8/layout/orgChart1"/>
    <dgm:cxn modelId="{0E3C2C44-DFD3-4D19-B6A7-BD9A750ED3AD}" type="presOf" srcId="{CF717C8A-B40B-4AFF-BF49-65ABB7DF8190}" destId="{5667CB49-EC34-46BC-AD2D-72F3BD95D049}" srcOrd="0" destOrd="0" presId="urn:microsoft.com/office/officeart/2005/8/layout/orgChart1"/>
    <dgm:cxn modelId="{4DAC4C5C-A040-42FC-B1F9-AD52209AFB00}" type="presParOf" srcId="{1A917F9A-DDE6-4568-B35C-7FABCEF0A586}" destId="{EB3A10DA-2FA4-4DAD-8341-8078D7F83716}" srcOrd="1" destOrd="5" presId="urn:microsoft.com/office/officeart/2005/8/layout/orgChart1"/>
    <dgm:cxn modelId="{4EA60BDB-20B8-4276-8D78-D330713CA448}" type="presParOf" srcId="{1A917F9A-DDE6-4568-B35C-7FABCEF0A586}" destId="{B05C5608-85C8-433E-A928-1755312B673B}" srcOrd="2" destOrd="5" presId="urn:microsoft.com/office/officeart/2005/8/layout/orgChart1"/>
    <dgm:cxn modelId="{827DBC02-6EA4-4C2F-B72A-67557B63EFB6}" type="presParOf" srcId="{9A0FF10C-81C7-47CD-A320-768F2009480B}" destId="{3C038928-C3D9-4DDC-AFCC-FE146585430E}" srcOrd="6" destOrd="1" presId="urn:microsoft.com/office/officeart/2005/8/layout/orgChart1"/>
    <dgm:cxn modelId="{85CD1AAB-FF81-4595-B515-719969E971EA}" type="presOf" srcId="{36250170-DAF7-4D59-A4A3-523F1C6FD272}" destId="{3C038928-C3D9-4DDC-AFCC-FE146585430E}" srcOrd="0" destOrd="0" presId="urn:microsoft.com/office/officeart/2005/8/layout/orgChart1"/>
    <dgm:cxn modelId="{D82F4AB2-FB3F-4C8A-9A94-F400BA818CF5}" type="presParOf" srcId="{9A0FF10C-81C7-47CD-A320-768F2009480B}" destId="{828060FA-C875-4E00-9032-E99A91DF896A}" srcOrd="7" destOrd="1" presId="urn:microsoft.com/office/officeart/2005/8/layout/orgChart1"/>
    <dgm:cxn modelId="{8F4118BC-0A8E-4581-9FF9-825B166D75AE}" type="presParOf" srcId="{828060FA-C875-4E00-9032-E99A91DF896A}" destId="{90F3162B-800D-4B9A-ABF0-EBEEF61D9F4C}" srcOrd="0" destOrd="7" presId="urn:microsoft.com/office/officeart/2005/8/layout/orgChart1"/>
    <dgm:cxn modelId="{DEDAB557-88D7-45F0-94FF-1410CA335421}" type="presOf" srcId="{7F01143B-F572-40A4-8054-6BB69783574C}" destId="{90F3162B-800D-4B9A-ABF0-EBEEF61D9F4C}" srcOrd="0" destOrd="0" presId="urn:microsoft.com/office/officeart/2005/8/layout/orgChart1"/>
    <dgm:cxn modelId="{230777D6-A2D1-41BF-BF01-9E0D359832B7}" type="presParOf" srcId="{90F3162B-800D-4B9A-ABF0-EBEEF61D9F4C}" destId="{11563017-F08F-4229-A6C3-FAC68AB5C636}" srcOrd="0" destOrd="0" presId="urn:microsoft.com/office/officeart/2005/8/layout/orgChart1"/>
    <dgm:cxn modelId="{CEDA92A1-AE6E-4C3B-94C0-D6B7E05284A1}" type="presOf" srcId="{7F01143B-F572-40A4-8054-6BB69783574C}" destId="{11563017-F08F-4229-A6C3-FAC68AB5C636}" srcOrd="0" destOrd="0" presId="urn:microsoft.com/office/officeart/2005/8/layout/orgChart1"/>
    <dgm:cxn modelId="{8C477FC9-1A4A-4DE6-98B7-FEC5A010A40E}" type="presParOf" srcId="{90F3162B-800D-4B9A-ABF0-EBEEF61D9F4C}" destId="{6F0A63D9-75BC-4DEE-AFC7-48191EB77D53}" srcOrd="1" destOrd="0" presId="urn:microsoft.com/office/officeart/2005/8/layout/orgChart1"/>
    <dgm:cxn modelId="{F00096AD-BA90-46FA-B9BD-DF4DC9CD5172}" type="presOf" srcId="{7F01143B-F572-40A4-8054-6BB69783574C}" destId="{6F0A63D9-75BC-4DEE-AFC7-48191EB77D53}" srcOrd="0" destOrd="0" presId="urn:microsoft.com/office/officeart/2005/8/layout/orgChart1"/>
    <dgm:cxn modelId="{048E7349-50C2-4298-A54E-1A1C1230A6DB}" type="presParOf" srcId="{828060FA-C875-4E00-9032-E99A91DF896A}" destId="{3C40D926-49C8-4F46-873C-1BB9D4ECB721}" srcOrd="1" destOrd="7" presId="urn:microsoft.com/office/officeart/2005/8/layout/orgChart1"/>
    <dgm:cxn modelId="{57A5FE35-0B3A-4B3A-970C-52FA9B237998}" type="presParOf" srcId="{828060FA-C875-4E00-9032-E99A91DF896A}" destId="{FF28BED8-1507-414A-B6D0-85FE3157AB8E}" srcOrd="2" destOrd="7" presId="urn:microsoft.com/office/officeart/2005/8/layout/orgChart1"/>
    <dgm:cxn modelId="{6FCA3549-9306-4313-A990-E71CFF414BCA}" type="presParOf" srcId="{F728C3E8-5128-4BB6-90CC-A86769ECE335}" destId="{0E819307-1B4E-434E-BA76-D5A4192B0663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Group 1"/>
      <dsp:cNvGrpSpPr/>
    </dsp:nvGrpSpPr>
    <dsp:grpSpPr>
      <a:xfrm>
        <a:off x="0" y="0"/>
        <a:ext cx="8128000" cy="5418455"/>
        <a:chOff x="0" y="0"/>
        <a:chExt cx="8128000" cy="5418455"/>
      </a:xfrm>
    </dsp:grpSpPr>
    <dsp:sp modelId="{6A259130-4455-44E0-969B-948D1249687E}">
      <dsp:nvSpPr>
        <dsp:cNvPr id="5" name="Freeform 4"/>
        <dsp:cNvSpPr/>
      </dsp:nvSpPr>
      <dsp:spPr bwMode="white">
        <a:xfrm>
          <a:off x="877754" y="1892162"/>
          <a:ext cx="3186246" cy="378189"/>
        </a:xfrm>
        <a:custGeom>
          <a:avLst/>
          <a:gdLst/>
          <a:ahLst/>
          <a:cxnLst/>
          <a:pathLst>
            <a:path w="5018" h="596">
              <a:moveTo>
                <a:pt x="5018" y="0"/>
              </a:moveTo>
              <a:lnTo>
                <a:pt x="5018" y="305"/>
              </a:lnTo>
              <a:lnTo>
                <a:pt x="0" y="305"/>
              </a:lnTo>
              <a:lnTo>
                <a:pt x="0" y="596"/>
              </a:lnTo>
            </a:path>
          </a:pathLst>
        </a:custGeom>
      </dsp:spPr>
      <dsp:style>
        <a:lnRef idx="2">
          <a:schemeClr val="accent1">
            <a:shade val="60000"/>
          </a:schemeClr>
        </a:lnRef>
        <a:fillRef idx="0">
          <a:schemeClr val="accent1"/>
        </a:fillRef>
        <a:effectRef idx="0">
          <a:scrgbClr r="0" g="0" b="0"/>
        </a:effectRef>
        <a:fontRef idx="minor"/>
      </dsp:style>
      <dsp:txXfrm>
        <a:off x="877754" y="1892162"/>
        <a:ext cx="3186246" cy="378189"/>
      </dsp:txXfrm>
    </dsp:sp>
    <dsp:sp modelId="{2A461B48-543F-48AF-8DCC-9A762D796B5F}">
      <dsp:nvSpPr>
        <dsp:cNvPr id="20" name="Freeform 19"/>
        <dsp:cNvSpPr/>
      </dsp:nvSpPr>
      <dsp:spPr bwMode="white">
        <a:xfrm>
          <a:off x="175551" y="3148104"/>
          <a:ext cx="263326" cy="807533"/>
        </a:xfrm>
        <a:custGeom>
          <a:avLst/>
          <a:gdLst/>
          <a:ahLst/>
          <a:cxnLst/>
          <a:pathLst>
            <a:path w="415" h="1272">
              <a:moveTo>
                <a:pt x="0" y="0"/>
              </a:moveTo>
              <a:lnTo>
                <a:pt x="0" y="1272"/>
              </a:lnTo>
              <a:lnTo>
                <a:pt x="415" y="1272"/>
              </a:lnTo>
            </a:path>
          </a:pathLst>
        </a:custGeom>
      </dsp:spPr>
      <dsp:style>
        <a:lnRef idx="2">
          <a:schemeClr val="accent1">
            <a:shade val="80000"/>
          </a:schemeClr>
        </a:lnRef>
        <a:fillRef idx="0">
          <a:schemeClr val="accent1"/>
        </a:fillRef>
        <a:effectRef idx="0">
          <a:scrgbClr r="0" g="0" b="0"/>
        </a:effectRef>
        <a:fontRef idx="minor"/>
      </dsp:style>
      <dsp:txXfrm>
        <a:off x="175551" y="3148104"/>
        <a:ext cx="263326" cy="807533"/>
      </dsp:txXfrm>
    </dsp:sp>
    <dsp:sp modelId="{F492B679-3C8C-4E72-95A8-8B81298826E7}">
      <dsp:nvSpPr>
        <dsp:cNvPr id="8" name="Freeform 7"/>
        <dsp:cNvSpPr/>
      </dsp:nvSpPr>
      <dsp:spPr bwMode="white">
        <a:xfrm>
          <a:off x="3001918" y="1892162"/>
          <a:ext cx="1062082" cy="378189"/>
        </a:xfrm>
        <a:custGeom>
          <a:avLst/>
          <a:gdLst/>
          <a:ahLst/>
          <a:cxnLst/>
          <a:pathLst>
            <a:path w="1673" h="596">
              <a:moveTo>
                <a:pt x="1673" y="0"/>
              </a:moveTo>
              <a:lnTo>
                <a:pt x="1673" y="305"/>
              </a:lnTo>
              <a:lnTo>
                <a:pt x="0" y="305"/>
              </a:lnTo>
              <a:lnTo>
                <a:pt x="0" y="596"/>
              </a:lnTo>
            </a:path>
          </a:pathLst>
        </a:custGeom>
      </dsp:spPr>
      <dsp:style>
        <a:lnRef idx="2">
          <a:schemeClr val="accent1">
            <a:shade val="60000"/>
          </a:schemeClr>
        </a:lnRef>
        <a:fillRef idx="0">
          <a:schemeClr val="accent1"/>
        </a:fillRef>
        <a:effectRef idx="0">
          <a:scrgbClr r="0" g="0" b="0"/>
        </a:effectRef>
        <a:fontRef idx="minor"/>
      </dsp:style>
      <dsp:txXfrm>
        <a:off x="3001918" y="1892162"/>
        <a:ext cx="1062082" cy="378189"/>
      </dsp:txXfrm>
    </dsp:sp>
    <dsp:sp modelId="{AB3A8128-6C86-49B7-B5CC-0153888815E5}">
      <dsp:nvSpPr>
        <dsp:cNvPr id="11" name="Freeform 10"/>
        <dsp:cNvSpPr/>
      </dsp:nvSpPr>
      <dsp:spPr bwMode="white">
        <a:xfrm>
          <a:off x="4064000" y="1892162"/>
          <a:ext cx="1062082" cy="378189"/>
        </a:xfrm>
        <a:custGeom>
          <a:avLst/>
          <a:gdLst/>
          <a:ahLst/>
          <a:cxnLst/>
          <a:pathLst>
            <a:path w="1673" h="596">
              <a:moveTo>
                <a:pt x="0" y="0"/>
              </a:moveTo>
              <a:lnTo>
                <a:pt x="0" y="305"/>
              </a:lnTo>
              <a:lnTo>
                <a:pt x="1673" y="305"/>
              </a:lnTo>
              <a:lnTo>
                <a:pt x="1673" y="596"/>
              </a:lnTo>
            </a:path>
          </a:pathLst>
        </a:custGeom>
      </dsp:spPr>
      <dsp:style>
        <a:lnRef idx="2">
          <a:schemeClr val="accent1">
            <a:shade val="60000"/>
          </a:schemeClr>
        </a:lnRef>
        <a:fillRef idx="0">
          <a:schemeClr val="accent1"/>
        </a:fillRef>
        <a:effectRef idx="0">
          <a:scrgbClr r="0" g="0" b="0"/>
        </a:effectRef>
        <a:fontRef idx="minor"/>
      </dsp:style>
      <dsp:txXfrm>
        <a:off x="4064000" y="1892162"/>
        <a:ext cx="1062082" cy="378189"/>
      </dsp:txXfrm>
    </dsp:sp>
    <dsp:sp modelId="{3C038928-C3D9-4DDC-AFCC-FE146585430E}">
      <dsp:nvSpPr>
        <dsp:cNvPr id="17" name="Freeform 16"/>
        <dsp:cNvSpPr/>
      </dsp:nvSpPr>
      <dsp:spPr bwMode="white">
        <a:xfrm>
          <a:off x="4064000" y="1892162"/>
          <a:ext cx="3186246" cy="378189"/>
        </a:xfrm>
        <a:custGeom>
          <a:avLst/>
          <a:gdLst/>
          <a:ahLst/>
          <a:cxnLst/>
          <a:pathLst>
            <a:path w="5018" h="596">
              <a:moveTo>
                <a:pt x="0" y="0"/>
              </a:moveTo>
              <a:lnTo>
                <a:pt x="0" y="305"/>
              </a:lnTo>
              <a:lnTo>
                <a:pt x="5018" y="305"/>
              </a:lnTo>
              <a:lnTo>
                <a:pt x="5018" y="596"/>
              </a:lnTo>
            </a:path>
          </a:pathLst>
        </a:custGeom>
      </dsp:spPr>
      <dsp:style>
        <a:lnRef idx="2">
          <a:schemeClr val="accent1">
            <a:shade val="60000"/>
          </a:schemeClr>
        </a:lnRef>
        <a:fillRef idx="0">
          <a:schemeClr val="accent1"/>
        </a:fillRef>
        <a:effectRef idx="0">
          <a:scrgbClr r="0" g="0" b="0"/>
        </a:effectRef>
        <a:fontRef idx="minor"/>
      </dsp:style>
      <dsp:txXfrm>
        <a:off x="4064000" y="1892162"/>
        <a:ext cx="3186246" cy="378189"/>
      </dsp:txXfrm>
    </dsp:sp>
    <dsp:sp modelId="{AE79172D-D441-42BB-84EA-E3D989670DED}">
      <dsp:nvSpPr>
        <dsp:cNvPr id="3" name="Rectangles 2"/>
        <dsp:cNvSpPr/>
      </dsp:nvSpPr>
      <dsp:spPr bwMode="white">
        <a:xfrm>
          <a:off x="3186246" y="1014408"/>
          <a:ext cx="1755508" cy="877754"/>
        </a:xfrm>
        <a:prstGeom prst="rect">
          <a:avLst/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10160" tIns="10160" rIns="10160" bIns="10160" anchor="ctr"/>
        <a:lstStyle>
          <a:lvl1pPr algn="ctr">
            <a:defRPr sz="1600"/>
          </a:lvl1pPr>
          <a:lvl2pPr marL="114300" indent="-114300" algn="ctr">
            <a:defRPr sz="1200"/>
          </a:lvl2pPr>
          <a:lvl3pPr marL="228600" indent="-114300" algn="ctr">
            <a:defRPr sz="1200"/>
          </a:lvl3pPr>
          <a:lvl4pPr marL="342900" indent="-114300" algn="ctr">
            <a:defRPr sz="1200"/>
          </a:lvl4pPr>
          <a:lvl5pPr marL="457200" indent="-114300" algn="ctr">
            <a:defRPr sz="1200"/>
          </a:lvl5pPr>
          <a:lvl6pPr marL="571500" indent="-114300" algn="ctr">
            <a:defRPr sz="1200"/>
          </a:lvl6pPr>
          <a:lvl7pPr marL="685800" indent="-114300" algn="ctr">
            <a:defRPr sz="1200"/>
          </a:lvl7pPr>
          <a:lvl8pPr marL="800100" indent="-114300" algn="ctr">
            <a:defRPr sz="1200"/>
          </a:lvl8pPr>
          <a:lvl9pPr marL="914400" indent="-114300" algn="ctr">
            <a:defRPr sz="12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>
              <a:sym typeface="+mn-ea"/>
            </a:rPr>
            <a:t>main( )</a:t>
          </a:r>
          <a:endParaRPr lang="zh-CN" altLang="en-US">
            <a:sym typeface="+mn-ea"/>
          </a:endParaRPr>
        </a:p>
      </dsp:txBody>
      <dsp:txXfrm>
        <a:off x="3186246" y="1014408"/>
        <a:ext cx="1755508" cy="877754"/>
      </dsp:txXfrm>
    </dsp:sp>
    <dsp:sp modelId="{43B7C837-49D6-40CE-BBAB-953D9E4BA7ED}">
      <dsp:nvSpPr>
        <dsp:cNvPr id="6" name="Rectangles 5"/>
        <dsp:cNvSpPr/>
      </dsp:nvSpPr>
      <dsp:spPr bwMode="white">
        <a:xfrm>
          <a:off x="0" y="2270351"/>
          <a:ext cx="1755508" cy="877754"/>
        </a:xfrm>
        <a:prstGeom prst="rect">
          <a:avLst/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10160" tIns="10160" rIns="10160" bIns="10160" anchor="ctr"/>
        <a:lstStyle>
          <a:lvl1pPr algn="ctr">
            <a:defRPr sz="1600"/>
          </a:lvl1pPr>
          <a:lvl2pPr marL="114300" indent="-114300" algn="ctr">
            <a:defRPr sz="1200"/>
          </a:lvl2pPr>
          <a:lvl3pPr marL="228600" indent="-114300" algn="ctr">
            <a:defRPr sz="1200"/>
          </a:lvl3pPr>
          <a:lvl4pPr marL="342900" indent="-114300" algn="ctr">
            <a:defRPr sz="1200"/>
          </a:lvl4pPr>
          <a:lvl5pPr marL="457200" indent="-114300" algn="ctr">
            <a:defRPr sz="1200"/>
          </a:lvl5pPr>
          <a:lvl6pPr marL="571500" indent="-114300" algn="ctr">
            <a:defRPr sz="1200"/>
          </a:lvl6pPr>
          <a:lvl7pPr marL="685800" indent="-114300" algn="ctr">
            <a:defRPr sz="1200"/>
          </a:lvl7pPr>
          <a:lvl8pPr marL="800100" indent="-114300" algn="ctr">
            <a:defRPr sz="1200"/>
          </a:lvl8pPr>
          <a:lvl9pPr marL="914400" indent="-114300" algn="ctr">
            <a:defRPr sz="12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>
              <a:sym typeface="+mn-ea"/>
            </a:rPr>
            <a:t>display_scores( )</a:t>
          </a:r>
          <a:endParaRPr lang="en-US"/>
        </a:p>
      </dsp:txBody>
      <dsp:txXfrm>
        <a:off x="0" y="2270351"/>
        <a:ext cx="1755508" cy="877754"/>
      </dsp:txXfrm>
    </dsp:sp>
    <dsp:sp modelId="{1838AAB7-8F0C-4CB1-91A9-A719FF96A0AB}">
      <dsp:nvSpPr>
        <dsp:cNvPr id="21" name="Rectangles 20"/>
        <dsp:cNvSpPr/>
      </dsp:nvSpPr>
      <dsp:spPr bwMode="white">
        <a:xfrm>
          <a:off x="438877" y="3516761"/>
          <a:ext cx="1755508" cy="877754"/>
        </a:xfrm>
        <a:prstGeom prst="rect">
          <a:avLst/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10160" tIns="10160" rIns="10160" bIns="10160" anchor="ctr"/>
        <a:lstStyle>
          <a:lvl1pPr algn="ctr">
            <a:defRPr sz="1600"/>
          </a:lvl1pPr>
          <a:lvl2pPr marL="114300" indent="-114300" algn="ctr">
            <a:defRPr sz="1200"/>
          </a:lvl2pPr>
          <a:lvl3pPr marL="228600" indent="-114300" algn="ctr">
            <a:defRPr sz="1200"/>
          </a:lvl3pPr>
          <a:lvl4pPr marL="342900" indent="-114300" algn="ctr">
            <a:defRPr sz="1200"/>
          </a:lvl4pPr>
          <a:lvl5pPr marL="457200" indent="-114300" algn="ctr">
            <a:defRPr sz="1200"/>
          </a:lvl5pPr>
          <a:lvl6pPr marL="571500" indent="-114300" algn="ctr">
            <a:defRPr sz="1200"/>
          </a:lvl6pPr>
          <a:lvl7pPr marL="685800" indent="-114300" algn="ctr">
            <a:defRPr sz="1200"/>
          </a:lvl7pPr>
          <a:lvl8pPr marL="800100" indent="-114300" algn="ctr">
            <a:defRPr sz="1200"/>
          </a:lvl8pPr>
          <a:lvl9pPr marL="914400" indent="-114300" algn="ctr">
            <a:defRPr sz="12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>
              <a:sym typeface="+mn-ea"/>
            </a:rPr>
            <a:t>r</a:t>
          </a:r>
          <a:r>
            <a:rPr altLang="en-US">
              <a:sym typeface="+mn-ea"/>
            </a:rPr>
            <a:t>ead_history( )</a:t>
          </a:r>
          <a:endParaRPr altLang="en-US"/>
        </a:p>
      </dsp:txBody>
      <dsp:txXfrm>
        <a:off x="438877" y="3516761"/>
        <a:ext cx="1755508" cy="877754"/>
      </dsp:txXfrm>
    </dsp:sp>
    <dsp:sp modelId="{08A0D1D2-3A20-4D63-8E35-B7C8B6B16D48}">
      <dsp:nvSpPr>
        <dsp:cNvPr id="9" name="Rectangles 8"/>
        <dsp:cNvSpPr/>
      </dsp:nvSpPr>
      <dsp:spPr bwMode="white">
        <a:xfrm>
          <a:off x="2124164" y="2270351"/>
          <a:ext cx="1755508" cy="877754"/>
        </a:xfrm>
        <a:prstGeom prst="rect">
          <a:avLst/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10160" tIns="10160" rIns="10160" bIns="10160" anchor="ctr"/>
        <a:lstStyle>
          <a:lvl1pPr algn="ctr">
            <a:defRPr sz="1600"/>
          </a:lvl1pPr>
          <a:lvl2pPr marL="114300" indent="-114300" algn="ctr">
            <a:defRPr sz="1200"/>
          </a:lvl2pPr>
          <a:lvl3pPr marL="228600" indent="-114300" algn="ctr">
            <a:defRPr sz="1200"/>
          </a:lvl3pPr>
          <a:lvl4pPr marL="342900" indent="-114300" algn="ctr">
            <a:defRPr sz="1200"/>
          </a:lvl4pPr>
          <a:lvl5pPr marL="457200" indent="-114300" algn="ctr">
            <a:defRPr sz="1200"/>
          </a:lvl5pPr>
          <a:lvl6pPr marL="571500" indent="-114300" algn="ctr">
            <a:defRPr sz="1200"/>
          </a:lvl6pPr>
          <a:lvl7pPr marL="685800" indent="-114300" algn="ctr">
            <a:defRPr sz="1200"/>
          </a:lvl7pPr>
          <a:lvl8pPr marL="800100" indent="-114300" algn="ctr">
            <a:defRPr sz="1200"/>
          </a:lvl8pPr>
          <a:lvl9pPr marL="914400" indent="-114300" algn="ctr">
            <a:defRPr sz="12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>
              <a:sym typeface="+mn-ea"/>
            </a:rPr>
            <a:t>get_player_name( )</a:t>
          </a:r>
          <a:endParaRPr lang="en-US"/>
        </a:p>
      </dsp:txBody>
      <dsp:txXfrm>
        <a:off x="2124164" y="2270351"/>
        <a:ext cx="1755508" cy="877754"/>
      </dsp:txXfrm>
    </dsp:sp>
    <dsp:sp modelId="{7D64F4A3-0E55-47AC-A59B-9D5A9DC25552}">
      <dsp:nvSpPr>
        <dsp:cNvPr id="12" name="Rectangles 11"/>
        <dsp:cNvSpPr/>
      </dsp:nvSpPr>
      <dsp:spPr bwMode="white">
        <a:xfrm>
          <a:off x="4248328" y="2270351"/>
          <a:ext cx="1755508" cy="877754"/>
        </a:xfrm>
        <a:prstGeom prst="rect">
          <a:avLst/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10160" tIns="10160" rIns="10160" bIns="10160" anchor="ctr"/>
        <a:lstStyle>
          <a:lvl1pPr algn="ctr">
            <a:defRPr sz="1600"/>
          </a:lvl1pPr>
          <a:lvl2pPr marL="114300" indent="-114300" algn="ctr">
            <a:defRPr sz="1200"/>
          </a:lvl2pPr>
          <a:lvl3pPr marL="228600" indent="-114300" algn="ctr">
            <a:defRPr sz="1200"/>
          </a:lvl3pPr>
          <a:lvl4pPr marL="342900" indent="-114300" algn="ctr">
            <a:defRPr sz="1200"/>
          </a:lvl4pPr>
          <a:lvl5pPr marL="457200" indent="-114300" algn="ctr">
            <a:defRPr sz="1200"/>
          </a:lvl5pPr>
          <a:lvl6pPr marL="571500" indent="-114300" algn="ctr">
            <a:defRPr sz="1200"/>
          </a:lvl6pPr>
          <a:lvl7pPr marL="685800" indent="-114300" algn="ctr">
            <a:defRPr sz="1200"/>
          </a:lvl7pPr>
          <a:lvl8pPr marL="800100" indent="-114300" algn="ctr">
            <a:defRPr sz="1200"/>
          </a:lvl8pPr>
          <a:lvl9pPr marL="914400" indent="-114300" algn="ctr">
            <a:defRPr sz="12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>
              <a:sym typeface="+mn-ea"/>
            </a:rPr>
            <a:t>repeat_game( )</a:t>
          </a:r>
          <a:endParaRPr lang="en-US"/>
        </a:p>
      </dsp:txBody>
      <dsp:txXfrm>
        <a:off x="4248328" y="2270351"/>
        <a:ext cx="1755508" cy="877754"/>
      </dsp:txXfrm>
    </dsp:sp>
    <dsp:sp modelId="{11563017-F08F-4229-A6C3-FAC68AB5C636}">
      <dsp:nvSpPr>
        <dsp:cNvPr id="18" name="Rectangles 17"/>
        <dsp:cNvSpPr/>
      </dsp:nvSpPr>
      <dsp:spPr bwMode="white">
        <a:xfrm>
          <a:off x="6372492" y="2270351"/>
          <a:ext cx="1755508" cy="877754"/>
        </a:xfrm>
        <a:prstGeom prst="rect">
          <a:avLst/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10160" tIns="10160" rIns="10160" bIns="10160" anchor="ctr"/>
        <a:lstStyle>
          <a:lvl1pPr algn="ctr">
            <a:defRPr sz="1600"/>
          </a:lvl1pPr>
          <a:lvl2pPr marL="114300" indent="-114300" algn="ctr">
            <a:defRPr sz="1200"/>
          </a:lvl2pPr>
          <a:lvl3pPr marL="228600" indent="-114300" algn="ctr">
            <a:defRPr sz="1200"/>
          </a:lvl3pPr>
          <a:lvl4pPr marL="342900" indent="-114300" algn="ctr">
            <a:defRPr sz="1200"/>
          </a:lvl4pPr>
          <a:lvl5pPr marL="457200" indent="-114300" algn="ctr">
            <a:defRPr sz="1200"/>
          </a:lvl5pPr>
          <a:lvl6pPr marL="571500" indent="-114300" algn="ctr">
            <a:defRPr sz="1200"/>
          </a:lvl6pPr>
          <a:lvl7pPr marL="685800" indent="-114300" algn="ctr">
            <a:defRPr sz="1200"/>
          </a:lvl7pPr>
          <a:lvl8pPr marL="800100" indent="-114300" algn="ctr">
            <a:defRPr sz="1200"/>
          </a:lvl8pPr>
          <a:lvl9pPr marL="914400" indent="-114300" algn="ctr">
            <a:defRPr sz="12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altLang="en-US">
              <a:sym typeface="+mn-ea"/>
            </a:rPr>
            <a:t>store_name</a:t>
          </a:r>
          <a:r>
            <a:rPr lang="en-US">
              <a:sym typeface="+mn-ea"/>
            </a:rPr>
            <a:t>( )</a:t>
          </a:r>
          <a:endParaRPr lang="en-US">
            <a:sym typeface="+mn-ea"/>
          </a:endParaRPr>
        </a:p>
      </dsp:txBody>
      <dsp:txXfrm>
        <a:off x="6372492" y="2270351"/>
        <a:ext cx="1755508" cy="877754"/>
      </dsp:txXfrm>
    </dsp:sp>
    <dsp:sp modelId="{86420519-308D-4A6A-8FEA-6FB2E39BA448}">
      <dsp:nvSpPr>
        <dsp:cNvPr id="4" name="Rectangles 3" hidden="1"/>
        <dsp:cNvSpPr/>
      </dsp:nvSpPr>
      <dsp:spPr>
        <a:xfrm>
          <a:off x="3186246" y="1014408"/>
          <a:ext cx="351102" cy="877754"/>
        </a:xfrm>
        <a:prstGeom prst="rect">
          <a:avLst/>
        </a:prstGeom>
      </dsp:spPr>
      <dsp:txXfrm>
        <a:off x="3186246" y="1014408"/>
        <a:ext cx="351102" cy="877754"/>
      </dsp:txXfrm>
    </dsp:sp>
    <dsp:sp modelId="{9A037140-9B69-4B9F-A134-F2F2EB0F2E32}">
      <dsp:nvSpPr>
        <dsp:cNvPr id="7" name="Rectangles 6" hidden="1"/>
        <dsp:cNvSpPr/>
      </dsp:nvSpPr>
      <dsp:spPr>
        <a:xfrm>
          <a:off x="0" y="2270351"/>
          <a:ext cx="351102" cy="877754"/>
        </a:xfrm>
        <a:prstGeom prst="rect">
          <a:avLst/>
        </a:prstGeom>
      </dsp:spPr>
      <dsp:txXfrm>
        <a:off x="0" y="2270351"/>
        <a:ext cx="351102" cy="877754"/>
      </dsp:txXfrm>
    </dsp:sp>
    <dsp:sp modelId="{2263A213-23BB-4E2C-8906-11F5B81645B6}">
      <dsp:nvSpPr>
        <dsp:cNvPr id="22" name="Rectangles 21" hidden="1"/>
        <dsp:cNvSpPr/>
      </dsp:nvSpPr>
      <dsp:spPr>
        <a:xfrm>
          <a:off x="438877" y="3516761"/>
          <a:ext cx="351102" cy="877754"/>
        </a:xfrm>
        <a:prstGeom prst="rect">
          <a:avLst/>
        </a:prstGeom>
      </dsp:spPr>
      <dsp:txXfrm>
        <a:off x="438877" y="3516761"/>
        <a:ext cx="351102" cy="877754"/>
      </dsp:txXfrm>
    </dsp:sp>
    <dsp:sp modelId="{6238C53E-A961-488B-8FBD-6EC13507B069}">
      <dsp:nvSpPr>
        <dsp:cNvPr id="10" name="Rectangles 9" hidden="1"/>
        <dsp:cNvSpPr/>
      </dsp:nvSpPr>
      <dsp:spPr>
        <a:xfrm>
          <a:off x="2124164" y="2270351"/>
          <a:ext cx="351102" cy="877754"/>
        </a:xfrm>
        <a:prstGeom prst="rect">
          <a:avLst/>
        </a:prstGeom>
      </dsp:spPr>
      <dsp:txXfrm>
        <a:off x="2124164" y="2270351"/>
        <a:ext cx="351102" cy="877754"/>
      </dsp:txXfrm>
    </dsp:sp>
    <dsp:sp modelId="{5667CB49-EC34-46BC-AD2D-72F3BD95D049}">
      <dsp:nvSpPr>
        <dsp:cNvPr id="13" name="Rectangles 12" hidden="1"/>
        <dsp:cNvSpPr/>
      </dsp:nvSpPr>
      <dsp:spPr>
        <a:xfrm>
          <a:off x="4248328" y="2270351"/>
          <a:ext cx="351102" cy="877754"/>
        </a:xfrm>
        <a:prstGeom prst="rect">
          <a:avLst/>
        </a:prstGeom>
      </dsp:spPr>
      <dsp:txXfrm>
        <a:off x="4248328" y="2270351"/>
        <a:ext cx="351102" cy="877754"/>
      </dsp:txXfrm>
    </dsp:sp>
    <dsp:sp modelId="{6F0A63D9-75BC-4DEE-AFC7-48191EB77D53}">
      <dsp:nvSpPr>
        <dsp:cNvPr id="19" name="Rectangles 18" hidden="1"/>
        <dsp:cNvSpPr/>
      </dsp:nvSpPr>
      <dsp:spPr>
        <a:xfrm>
          <a:off x="6372492" y="2270351"/>
          <a:ext cx="351102" cy="877754"/>
        </a:xfrm>
        <a:prstGeom prst="rect">
          <a:avLst/>
        </a:prstGeom>
      </dsp:spPr>
      <dsp:txXfrm>
        <a:off x="6372492" y="2270351"/>
        <a:ext cx="351102" cy="87775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>
          <dgm:prSet qsTypeId="urn:microsoft.com/office/officeart/2005/8/quickstyle/simple5"/>
        </dgm:pt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linDir" val="fromT"/>
                  <dgm:param type="chAlign" val="r"/>
                </dgm:alg>
              </dgm:if>
              <dgm:if name="Name23" func="var" arg="hierBranch" op="equ" val="r">
                <dgm:alg type="hierChild">
                  <dgm:param type="linDir" val="fromT"/>
                  <dgm:param type="chAlign" val="l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linDir" val="fromL"/>
                      <dgm:param type="chAlign" val="l"/>
                      <dgm:param type="secLinDir" val="fromT"/>
                      <dgm:param type="secChAlign" val="t"/>
                    </dgm:alg>
                  </dgm:if>
                  <dgm:else name="Name27">
                    <dgm:alg type="hierChild">
                      <dgm:param type="linDir" val="fromR"/>
                      <dgm:param type="chAlign" val="l"/>
                      <dgm:param type="secLinDir" val="fromT"/>
                      <dgm:param type="secChAlign" val="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dim" val="1D"/>
                        <dgm:param type="endSty" val="noArr"/>
                        <dgm:param type="connRout" val="bend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dim" val="1D"/>
                                    <dgm:param type="endSty" val="noArr"/>
                                    <dgm:param type="connRout" val="bend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srcNode" val="rootConnector"/>
                                    <dgm:param type="dim" val="1D"/>
                                    <dgm:param type="endSty" val="noArr"/>
                                    <dgm:param type="connRout" val="bend"/>
                                    <dgm:param type="begPts" val="bCtr"/>
                                    <dgm:param type="endPts" val="midL mid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dim" val="1D"/>
                                <dgm:param type="endSty" val="noArr"/>
                                <dgm:param type="connRout" val="bend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dim" val="1D"/>
                        <dgm:param type="endSty" val="noArr"/>
                        <dgm:param type="connRout" val="bend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dim" val="1D"/>
                                <dgm:param type="endSty" val="noArr"/>
                                <dgm:param type="connRout" val="bend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srcNode" val="rootConnector1"/>
                                <dgm:param type="dim" val="1D"/>
                                <dgm:param type="endSty" val="noArr"/>
                                <dgm:param type="connRout" val="bend"/>
                                <dgm:param type="begPts" val="bCtr"/>
                                <dgm:param type="endPts" val="midL midR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dim" val="1D"/>
                                <dgm:param type="endSty" val="noArr"/>
                                <dgm:param type="connRout" val="bend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srcNode" val="rootConnector"/>
                                <dgm:param type="dim" val="1D"/>
                                <dgm:param type="endSty" val="noArr"/>
                                <dgm:param type="connRout" val="bend"/>
                                <dgm:param type="begPts" val="bCtr"/>
                                <dgm:param type="endPts" val="midL mid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linDir" val="fromT"/>
                        <dgm:param type="chAlign" val="r"/>
                      </dgm:alg>
                    </dgm:if>
                    <dgm:if name="Name85" func="var" arg="hierBranch" op="equ" val="r">
                      <dgm:alg type="hierChild">
                        <dgm:param type="linDir" val="fromT"/>
                        <dgm:param type="chAlign" val="l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linDir" val="fromL"/>
                            <dgm:param type="chAlign" val="l"/>
                            <dgm:param type="secLinDir" val="fromT"/>
                            <dgm:param type="secChAlign" val="t"/>
                          </dgm:alg>
                        </dgm:if>
                        <dgm:else name="Name89">
                          <dgm:alg type="hierChild">
                            <dgm:param type="linDir" val="fromR"/>
                            <dgm:param type="chAlign" val="l"/>
                            <dgm:param type="secLinDir" val="fromT"/>
                            <dgm:param type="secChAlign" val="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linDir" val="fromL"/>
                        <dgm:param type="chAlign" val="l"/>
                        <dgm:param type="secLinDir" val="fromT"/>
                        <dgm:param type="secChAlign" val="t"/>
                      </dgm:alg>
                    </dgm:if>
                    <dgm:else name="Name105">
                      <dgm:alg type="hierChild">
                        <dgm:param type="linDir" val="fromR"/>
                        <dgm:param type="chAlign" val="l"/>
                        <dgm:param type="secLinDir" val="fromT"/>
                        <dgm:param type="secChAlign" val="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linDir" val="fromL"/>
                  <dgm:param type="chAlign" val="l"/>
                  <dgm:param type="secLinDir" val="fromT"/>
                  <dgm:param type="secChAlign" val="t"/>
                </dgm:alg>
              </dgm:if>
              <dgm:else name="Name109">
                <dgm:alg type="hierChild">
                  <dgm:param type="linDir" val="fromR"/>
                  <dgm:param type="chAlign" val="l"/>
                  <dgm:param type="secLinDir" val="fromT"/>
                  <dgm:param type="secChAlign" val="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dim" val="1D"/>
                    <dgm:param type="endSty" val="noArr"/>
                    <dgm:param type="connRout" val="bend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linDir" val="fromT"/>
                        <dgm:param type="chAlign" val="r"/>
                      </dgm:alg>
                    </dgm:if>
                    <dgm:if name="Name129" func="var" arg="hierBranch" op="equ" val="r">
                      <dgm:alg type="hierChild">
                        <dgm:param type="linDir" val="fromT"/>
                        <dgm:param type="chAlign" val="l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linDir" val="fromL"/>
                            <dgm:param type="chAlign" val="l"/>
                            <dgm:param type="secLinDir" val="fromT"/>
                            <dgm:param type="secChAlign" val="t"/>
                          </dgm:alg>
                        </dgm:if>
                        <dgm:else name="Name133">
                          <dgm:alg type="hierChild">
                            <dgm:param type="linDir" val="fromR"/>
                            <dgm:param type="chAlign" val="l"/>
                            <dgm:param type="secLinDir" val="fromT"/>
                            <dgm:param type="secChAlign" val="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linDir" val="fromL"/>
                        <dgm:param type="chAlign" val="l"/>
                        <dgm:param type="secLinDir" val="fromT"/>
                        <dgm:param type="secChAlign" val="t"/>
                      </dgm:alg>
                    </dgm:if>
                    <dgm:else name="Name146">
                      <dgm:alg type="hierChild">
                        <dgm:param type="linDir" val="fromR"/>
                        <dgm:param type="chAlign" val="l"/>
                        <dgm:param type="secLinDir" val="fromT"/>
                        <dgm:param type="secChAlign" val="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 showMasterSp="0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 showMasterSp="0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showMasterSp="0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 showMasterSp="0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 showMasterSp="0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 showMasterSp="0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microsoft.com/office/2007/relationships/diagramDrawing" Target="../diagrams/drawing1.xml"/><Relationship Id="rId4" Type="http://schemas.openxmlformats.org/officeDocument/2006/relationships/diagramColors" Target="../diagrams/colors1.xml"/><Relationship Id="rId3" Type="http://schemas.openxmlformats.org/officeDocument/2006/relationships/diagramQuickStyle" Target="../diagrams/quickStyle1.xml"/><Relationship Id="rId2" Type="http://schemas.openxmlformats.org/officeDocument/2006/relationships/diagramLayout" Target="../diagrams/layout1.xml"/><Relationship Id="rId1" Type="http://schemas.openxmlformats.org/officeDocument/2006/relationships/diagramData" Target="../diagrams/data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11" name="Rectangles 10"/>
          <p:cNvSpPr/>
          <p:nvPr/>
        </p:nvSpPr>
        <p:spPr>
          <a:xfrm>
            <a:off x="1265555" y="744855"/>
            <a:ext cx="9660890" cy="829945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spAutoFit/>
          </a:bodyPr>
          <a:p>
            <a:pPr algn="ctr"/>
            <a:r>
              <a:rPr lang="en-US" altLang="zh-CN" sz="4800" b="1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  <a:sym typeface="+mn-ea"/>
              </a:rPr>
              <a:t>Game: Guess a Number</a:t>
            </a:r>
            <a:endParaRPr lang="en-US" altLang="zh-CN" sz="4800" b="1">
              <a:ln w="12700">
                <a:solidFill>
                  <a:schemeClr val="accent1"/>
                </a:solidFill>
                <a:prstDash val="solid"/>
              </a:ln>
              <a:pattFill prst="pct50">
                <a:fgClr>
                  <a:schemeClr val="accent1"/>
                </a:fgClr>
                <a:bgClr>
                  <a:schemeClr val="accent1">
                    <a:lumMod val="20000"/>
                    <a:lumOff val="80000"/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accent1"/>
                </a:outerShdw>
              </a:effectLst>
              <a:sym typeface="+mn-ea"/>
            </a:endParaRPr>
          </a:p>
        </p:txBody>
      </p:sp>
      <p:graphicFrame>
        <p:nvGraphicFramePr>
          <p:cNvPr id="2" name="Diagram 1"/>
          <p:cNvGraphicFramePr/>
          <p:nvPr/>
        </p:nvGraphicFramePr>
        <p:xfrm>
          <a:off x="3489960" y="1901825"/>
          <a:ext cx="8128000" cy="541845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  <p:sp>
        <p:nvSpPr>
          <p:cNvPr id="3" name="Text Box 2"/>
          <p:cNvSpPr txBox="1"/>
          <p:nvPr/>
        </p:nvSpPr>
        <p:spPr>
          <a:xfrm>
            <a:off x="587375" y="1786255"/>
            <a:ext cx="113099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>
                <a:solidFill>
                  <a:schemeClr val="accent1">
                    <a:lumMod val="50000"/>
                  </a:schemeClr>
                </a:solidFill>
              </a:rPr>
              <a:t>This project is a simple number guessing game where the user tries to guess a randomly generated number.</a:t>
            </a:r>
            <a:endParaRPr lang="en-US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497840" y="2879090"/>
            <a:ext cx="2565400" cy="2306955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p>
            <a:pPr indent="0" algn="l">
              <a:buFont typeface="Arial" panose="020B0604020202020204" pitchFamily="34" charset="0"/>
              <a:buNone/>
            </a:pPr>
            <a:r>
              <a:rPr lang="en-US" b="1">
                <a:ln>
                  <a:noFill/>
                </a:ln>
                <a:solidFill>
                  <a:schemeClr val="accent1">
                    <a:lumMod val="50000"/>
                  </a:schemeClr>
                </a:solidFill>
              </a:rPr>
              <a:t>Features:</a:t>
            </a:r>
            <a:endParaRPr lang="en-US" b="1">
              <a:ln>
                <a:noFill/>
              </a:ln>
              <a:solidFill>
                <a:schemeClr val="accent1">
                  <a:lumMod val="50000"/>
                </a:schemeClr>
              </a:solidFill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>
                <a:ln>
                  <a:noFill/>
                </a:ln>
                <a:solidFill>
                  <a:schemeClr val="accent1">
                    <a:lumMod val="50000"/>
                  </a:schemeClr>
                </a:solidFill>
              </a:rPr>
              <a:t>Read history.txt file</a:t>
            </a:r>
            <a:endParaRPr lang="en-US">
              <a:ln>
                <a:noFill/>
              </a:ln>
              <a:solidFill>
                <a:schemeClr val="accent1">
                  <a:lumMod val="50000"/>
                </a:schemeClr>
              </a:solidFill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>
                <a:ln>
                  <a:noFill/>
                </a:ln>
                <a:solidFill>
                  <a:schemeClr val="accent1">
                    <a:lumMod val="50000"/>
                  </a:schemeClr>
                </a:solidFill>
              </a:rPr>
              <a:t>Random number</a:t>
            </a:r>
            <a:endParaRPr lang="en-US">
              <a:ln>
                <a:noFill/>
              </a:ln>
              <a:solidFill>
                <a:schemeClr val="accent1">
                  <a:lumMod val="50000"/>
                </a:schemeClr>
              </a:solidFill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>
                <a:ln>
                  <a:noFill/>
                </a:ln>
                <a:solidFill>
                  <a:schemeClr val="accent1">
                    <a:lumMod val="50000"/>
                  </a:schemeClr>
                </a:solidFill>
              </a:rPr>
              <a:t>User input</a:t>
            </a:r>
            <a:endParaRPr lang="en-US">
              <a:ln>
                <a:noFill/>
              </a:ln>
              <a:solidFill>
                <a:schemeClr val="accent1">
                  <a:lumMod val="50000"/>
                </a:schemeClr>
              </a:solidFill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>
                <a:ln>
                  <a:noFill/>
                </a:ln>
                <a:solidFill>
                  <a:schemeClr val="accent1">
                    <a:lumMod val="50000"/>
                  </a:schemeClr>
                </a:solidFill>
              </a:rPr>
              <a:t>Too high / Too low</a:t>
            </a:r>
            <a:endParaRPr lang="en-US">
              <a:ln>
                <a:noFill/>
              </a:ln>
              <a:solidFill>
                <a:schemeClr val="accent1">
                  <a:lumMod val="50000"/>
                </a:schemeClr>
              </a:solidFill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>
                <a:ln>
                  <a:noFill/>
                </a:ln>
                <a:solidFill>
                  <a:schemeClr val="accent1">
                    <a:lumMod val="50000"/>
                  </a:schemeClr>
                </a:solidFill>
              </a:rPr>
              <a:t>Loop until correct</a:t>
            </a:r>
            <a:endParaRPr lang="en-US">
              <a:ln>
                <a:noFill/>
              </a:ln>
              <a:solidFill>
                <a:schemeClr val="accent1">
                  <a:lumMod val="50000"/>
                </a:schemeClr>
              </a:solidFill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>
                <a:ln>
                  <a:noFill/>
                </a:ln>
                <a:solidFill>
                  <a:schemeClr val="accent1">
                    <a:lumMod val="50000"/>
                  </a:schemeClr>
                </a:solidFill>
              </a:rPr>
              <a:t>Play again</a:t>
            </a:r>
            <a:endParaRPr lang="en-US">
              <a:ln>
                <a:noFill/>
              </a:ln>
              <a:solidFill>
                <a:schemeClr val="accent1">
                  <a:lumMod val="50000"/>
                </a:schemeClr>
              </a:solidFill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>
                <a:ln>
                  <a:noFill/>
                </a:ln>
                <a:solidFill>
                  <a:schemeClr val="accent1">
                    <a:lumMod val="50000"/>
                  </a:schemeClr>
                </a:solidFill>
              </a:rPr>
              <a:t>Write in history.txt</a:t>
            </a:r>
            <a:endParaRPr lang="en-US">
              <a:ln>
                <a:noFill/>
              </a:ln>
              <a:solidFill>
                <a:schemeClr val="accent1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" name="Picture 5" descr="Screenshot 2026-04-20 at 12.33.52 P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84830" y="635"/>
            <a:ext cx="8942070" cy="6857365"/>
          </a:xfrm>
          <a:prstGeom prst="rect">
            <a:avLst/>
          </a:prstGeom>
        </p:spPr>
      </p:pic>
      <p:sp>
        <p:nvSpPr>
          <p:cNvPr id="7" name="Rectangles 6"/>
          <p:cNvSpPr/>
          <p:nvPr/>
        </p:nvSpPr>
        <p:spPr>
          <a:xfrm>
            <a:off x="4062730" y="3750310"/>
            <a:ext cx="4447540" cy="1999615"/>
          </a:xfrm>
          <a:prstGeom prst="rect">
            <a:avLst/>
          </a:prstGeom>
          <a:noFill/>
          <a:ln w="28575">
            <a:solidFill>
              <a:schemeClr val="bg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lt1"/>
                </a:solidFill>
              </a14:hiddenFill>
            </a:ext>
          </a:ex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9" name="Text Box 8"/>
          <p:cNvSpPr txBox="1"/>
          <p:nvPr/>
        </p:nvSpPr>
        <p:spPr>
          <a:xfrm>
            <a:off x="7860665" y="2834005"/>
            <a:ext cx="2565400" cy="3683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p>
            <a:r>
              <a:rPr lang="en-US" b="1">
                <a:solidFill>
                  <a:srgbClr val="FF0000"/>
                </a:solidFill>
              </a:rPr>
              <a:t>for testing  the result</a:t>
            </a:r>
            <a:endParaRPr lang="en-US" b="1">
              <a:solidFill>
                <a:srgbClr val="FF0000"/>
              </a:solidFill>
            </a:endParaRPr>
          </a:p>
        </p:txBody>
      </p:sp>
      <p:sp>
        <p:nvSpPr>
          <p:cNvPr id="11" name="Rectangles 10"/>
          <p:cNvSpPr/>
          <p:nvPr/>
        </p:nvSpPr>
        <p:spPr>
          <a:xfrm>
            <a:off x="0" y="282575"/>
            <a:ext cx="3109595" cy="119888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spAutoFit/>
          </a:bodyPr>
          <a:p>
            <a:pPr algn="ctr"/>
            <a:r>
              <a:rPr lang="en-US" altLang="zh-CN" sz="7200" b="1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Code:</a:t>
            </a:r>
            <a:endParaRPr lang="en-US" altLang="zh-CN" sz="7200" b="1">
              <a:ln w="12700">
                <a:solidFill>
                  <a:schemeClr val="accent1"/>
                </a:solidFill>
                <a:prstDash val="solid"/>
              </a:ln>
              <a:pattFill prst="pct50">
                <a:fgClr>
                  <a:schemeClr val="accent1"/>
                </a:fgClr>
                <a:bgClr>
                  <a:schemeClr val="accent1">
                    <a:lumMod val="20000"/>
                    <a:lumOff val="80000"/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accent1"/>
                </a:outerShdw>
              </a:effectLst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363220" y="3021330"/>
            <a:ext cx="2565400" cy="1198880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p>
            <a:pPr indent="0" algn="l">
              <a:buFont typeface="Arial" panose="020B0604020202020204" pitchFamily="34" charset="0"/>
              <a:buNone/>
            </a:pPr>
            <a:r>
              <a:rPr lang="en-US" b="1">
                <a:ln>
                  <a:noFill/>
                </a:ln>
                <a:solidFill>
                  <a:schemeClr val="accent1">
                    <a:lumMod val="50000"/>
                  </a:schemeClr>
                </a:solidFill>
              </a:rPr>
              <a:t>Key Concepts:</a:t>
            </a:r>
            <a:endParaRPr lang="en-US" b="1">
              <a:ln>
                <a:noFill/>
              </a:ln>
              <a:solidFill>
                <a:schemeClr val="accent1">
                  <a:lumMod val="50000"/>
                </a:schemeClr>
              </a:solidFill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>
                <a:ln>
                  <a:noFill/>
                </a:ln>
                <a:solidFill>
                  <a:schemeClr val="accent1">
                    <a:lumMod val="50000"/>
                  </a:schemeClr>
                </a:solidFill>
              </a:rPr>
              <a:t>Random module</a:t>
            </a:r>
            <a:endParaRPr lang="en-US">
              <a:ln>
                <a:noFill/>
              </a:ln>
              <a:solidFill>
                <a:schemeClr val="accent1">
                  <a:lumMod val="50000"/>
                </a:schemeClr>
              </a:solidFill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>
                <a:ln>
                  <a:noFill/>
                </a:ln>
                <a:solidFill>
                  <a:schemeClr val="accent1">
                    <a:lumMod val="50000"/>
                  </a:schemeClr>
                </a:solidFill>
              </a:rPr>
              <a:t>while loop</a:t>
            </a:r>
            <a:endParaRPr lang="en-US">
              <a:ln>
                <a:noFill/>
              </a:ln>
              <a:solidFill>
                <a:schemeClr val="accent1">
                  <a:lumMod val="50000"/>
                </a:schemeClr>
              </a:solidFill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>
                <a:ln>
                  <a:noFill/>
                </a:ln>
                <a:solidFill>
                  <a:schemeClr val="accent1">
                    <a:lumMod val="50000"/>
                  </a:schemeClr>
                </a:solidFill>
              </a:rPr>
              <a:t>if - else</a:t>
            </a:r>
            <a:endParaRPr lang="en-US">
              <a:ln>
                <a:noFill/>
              </a:ln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7703820" y="2388235"/>
            <a:ext cx="2879725" cy="36830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none" rtlCol="0">
            <a:spAutoFit/>
          </a:bodyPr>
          <a:p>
            <a:r>
              <a:rPr lang="en-US" b="1">
                <a:solidFill>
                  <a:schemeClr val="bg1"/>
                </a:solidFill>
              </a:rPr>
              <a:t>create a random number</a:t>
            </a:r>
            <a:endParaRPr lang="en-US" b="1">
              <a:solidFill>
                <a:schemeClr val="bg1"/>
              </a:solidFill>
            </a:endParaRPr>
          </a:p>
        </p:txBody>
      </p:sp>
      <p:cxnSp>
        <p:nvCxnSpPr>
          <p:cNvPr id="3" name="Straight Arrow Connector 2"/>
          <p:cNvCxnSpPr/>
          <p:nvPr/>
        </p:nvCxnSpPr>
        <p:spPr>
          <a:xfrm flipH="1">
            <a:off x="7174230" y="2572385"/>
            <a:ext cx="529590" cy="0"/>
          </a:xfrm>
          <a:prstGeom prst="straightConnector1">
            <a:avLst/>
          </a:prstGeom>
          <a:ln w="1905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/>
          <p:cNvCxnSpPr/>
          <p:nvPr/>
        </p:nvCxnSpPr>
        <p:spPr>
          <a:xfrm flipH="1" flipV="1">
            <a:off x="7251065" y="2831465"/>
            <a:ext cx="609600" cy="189865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Box 9"/>
          <p:cNvSpPr txBox="1"/>
          <p:nvPr/>
        </p:nvSpPr>
        <p:spPr>
          <a:xfrm>
            <a:off x="9039860" y="4427855"/>
            <a:ext cx="2402205" cy="64516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p>
            <a:r>
              <a:rPr lang="en-US" b="1">
                <a:solidFill>
                  <a:schemeClr val="bg1"/>
                </a:solidFill>
              </a:rPr>
              <a:t>deal with the incorrect numbers</a:t>
            </a:r>
            <a:endParaRPr lang="en-US" b="1">
              <a:solidFill>
                <a:schemeClr val="bg1"/>
              </a:solidFill>
            </a:endParaRPr>
          </a:p>
        </p:txBody>
      </p:sp>
      <p:cxnSp>
        <p:nvCxnSpPr>
          <p:cNvPr id="12" name="Straight Arrow Connector 11"/>
          <p:cNvCxnSpPr/>
          <p:nvPr/>
        </p:nvCxnSpPr>
        <p:spPr>
          <a:xfrm flipH="1">
            <a:off x="8510270" y="4750435"/>
            <a:ext cx="529590" cy="0"/>
          </a:xfrm>
          <a:prstGeom prst="straightConnector1">
            <a:avLst/>
          </a:prstGeom>
          <a:ln w="1905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s 12"/>
          <p:cNvSpPr/>
          <p:nvPr/>
        </p:nvSpPr>
        <p:spPr>
          <a:xfrm>
            <a:off x="3486785" y="467360"/>
            <a:ext cx="1095375" cy="266065"/>
          </a:xfrm>
          <a:prstGeom prst="rect">
            <a:avLst/>
          </a:prstGeom>
          <a:noFill/>
          <a:ln w="28575">
            <a:solidFill>
              <a:schemeClr val="bg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lt1"/>
                </a:solidFill>
              </a14:hiddenFill>
            </a:ext>
          </a:ex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4" name="Rectangles 13"/>
          <p:cNvSpPr/>
          <p:nvPr/>
        </p:nvSpPr>
        <p:spPr>
          <a:xfrm>
            <a:off x="3486785" y="1118870"/>
            <a:ext cx="1577340" cy="266065"/>
          </a:xfrm>
          <a:prstGeom prst="rect">
            <a:avLst/>
          </a:prstGeom>
          <a:noFill/>
          <a:ln w="28575">
            <a:solidFill>
              <a:schemeClr val="bg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lt1"/>
                </a:solidFill>
              </a14:hiddenFill>
            </a:ext>
          </a:ex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6" name="Text Box 15"/>
          <p:cNvSpPr txBox="1"/>
          <p:nvPr/>
        </p:nvSpPr>
        <p:spPr>
          <a:xfrm>
            <a:off x="6790690" y="750570"/>
            <a:ext cx="5178425" cy="36830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none" rtlCol="0">
            <a:spAutoFit/>
          </a:bodyPr>
          <a:p>
            <a:r>
              <a:rPr lang="en-US" b="1">
                <a:solidFill>
                  <a:schemeClr val="bg1"/>
                </a:solidFill>
              </a:rPr>
              <a:t>initialize again = 0, which starts the while loop</a:t>
            </a:r>
            <a:endParaRPr lang="en-US" b="1">
              <a:solidFill>
                <a:schemeClr val="bg1"/>
              </a:solidFill>
            </a:endParaRPr>
          </a:p>
        </p:txBody>
      </p:sp>
      <p:cxnSp>
        <p:nvCxnSpPr>
          <p:cNvPr id="17" name="Straight Arrow Connector 16"/>
          <p:cNvCxnSpPr/>
          <p:nvPr/>
        </p:nvCxnSpPr>
        <p:spPr>
          <a:xfrm flipH="1" flipV="1">
            <a:off x="4631055" y="615950"/>
            <a:ext cx="2159635" cy="318770"/>
          </a:xfrm>
          <a:prstGeom prst="straightConnector1">
            <a:avLst/>
          </a:prstGeom>
          <a:ln w="1905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>
            <a:stCxn id="16" idx="1"/>
            <a:endCxn id="14" idx="3"/>
          </p:cNvCxnSpPr>
          <p:nvPr/>
        </p:nvCxnSpPr>
        <p:spPr>
          <a:xfrm flipH="1">
            <a:off x="5064125" y="934720"/>
            <a:ext cx="1726565" cy="317500"/>
          </a:xfrm>
          <a:prstGeom prst="straightConnector1">
            <a:avLst/>
          </a:prstGeom>
          <a:ln w="1905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s 18"/>
          <p:cNvSpPr/>
          <p:nvPr/>
        </p:nvSpPr>
        <p:spPr>
          <a:xfrm>
            <a:off x="4062730" y="2448560"/>
            <a:ext cx="3111500" cy="227965"/>
          </a:xfrm>
          <a:prstGeom prst="rect">
            <a:avLst/>
          </a:prstGeom>
          <a:noFill/>
          <a:ln w="28575">
            <a:solidFill>
              <a:schemeClr val="bg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lt1"/>
                </a:solidFill>
              </a14:hiddenFill>
            </a:ext>
          </a:ex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Picture 3" descr="Screenshot 2026-04-20 at 12.34.36 P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6595" y="94615"/>
            <a:ext cx="10798175" cy="6668135"/>
          </a:xfrm>
          <a:prstGeom prst="rect">
            <a:avLst/>
          </a:prstGeom>
        </p:spPr>
      </p:pic>
      <p:sp>
        <p:nvSpPr>
          <p:cNvPr id="6" name="Rectangles 5"/>
          <p:cNvSpPr/>
          <p:nvPr/>
        </p:nvSpPr>
        <p:spPr>
          <a:xfrm>
            <a:off x="2386965" y="1998345"/>
            <a:ext cx="8568055" cy="424815"/>
          </a:xfrm>
          <a:prstGeom prst="rect">
            <a:avLst/>
          </a:prstGeom>
          <a:noFill/>
          <a:ln w="28575">
            <a:solidFill>
              <a:schemeClr val="bg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lt1"/>
                </a:solidFill>
              </a14:hiddenFill>
            </a:ext>
          </a:ex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7" name="Rectangles 6"/>
          <p:cNvSpPr/>
          <p:nvPr/>
        </p:nvSpPr>
        <p:spPr>
          <a:xfrm>
            <a:off x="2471420" y="3368040"/>
            <a:ext cx="1430655" cy="424815"/>
          </a:xfrm>
          <a:prstGeom prst="rect">
            <a:avLst/>
          </a:prstGeom>
          <a:noFill/>
          <a:ln w="28575">
            <a:solidFill>
              <a:schemeClr val="bg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lt1"/>
                </a:solidFill>
              </a14:hiddenFill>
            </a:ext>
          </a:ex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9" name="Rectangles 8"/>
          <p:cNvSpPr/>
          <p:nvPr/>
        </p:nvSpPr>
        <p:spPr>
          <a:xfrm>
            <a:off x="1374775" y="5512435"/>
            <a:ext cx="3006090" cy="497205"/>
          </a:xfrm>
          <a:prstGeom prst="rect">
            <a:avLst/>
          </a:prstGeom>
          <a:noFill/>
          <a:ln w="28575">
            <a:solidFill>
              <a:schemeClr val="bg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lt1"/>
                </a:solidFill>
              </a14:hiddenFill>
            </a:ext>
          </a:ex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" name="Text Box 1"/>
          <p:cNvSpPr txBox="1"/>
          <p:nvPr/>
        </p:nvSpPr>
        <p:spPr>
          <a:xfrm>
            <a:off x="8435975" y="2869565"/>
            <a:ext cx="2443480" cy="36830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none" rtlCol="0">
            <a:spAutoFit/>
          </a:bodyPr>
          <a:p>
            <a:r>
              <a:rPr lang="en-US" b="1">
                <a:solidFill>
                  <a:schemeClr val="bg1"/>
                </a:solidFill>
              </a:rPr>
              <a:t>ask for playing again</a:t>
            </a:r>
            <a:endParaRPr lang="en-US" b="1">
              <a:solidFill>
                <a:schemeClr val="bg1"/>
              </a:solidFill>
            </a:endParaRPr>
          </a:p>
        </p:txBody>
      </p:sp>
      <p:cxnSp>
        <p:nvCxnSpPr>
          <p:cNvPr id="3" name="Straight Arrow Connector 2"/>
          <p:cNvCxnSpPr/>
          <p:nvPr/>
        </p:nvCxnSpPr>
        <p:spPr>
          <a:xfrm flipH="1" flipV="1">
            <a:off x="7896860" y="2423160"/>
            <a:ext cx="539115" cy="617220"/>
          </a:xfrm>
          <a:prstGeom prst="straightConnector1">
            <a:avLst/>
          </a:prstGeom>
          <a:ln w="1905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 Box 4"/>
          <p:cNvSpPr txBox="1"/>
          <p:nvPr/>
        </p:nvSpPr>
        <p:spPr>
          <a:xfrm>
            <a:off x="4594225" y="3424555"/>
            <a:ext cx="2252345" cy="36830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none" rtlCol="0">
            <a:spAutoFit/>
          </a:bodyPr>
          <a:p>
            <a:r>
              <a:rPr lang="en-US" b="1">
                <a:solidFill>
                  <a:schemeClr val="bg1"/>
                </a:solidFill>
              </a:rPr>
              <a:t>stop the while loop</a:t>
            </a:r>
            <a:endParaRPr lang="en-US" b="1">
              <a:solidFill>
                <a:schemeClr val="bg1"/>
              </a:solidFill>
            </a:endParaRPr>
          </a:p>
        </p:txBody>
      </p:sp>
      <p:cxnSp>
        <p:nvCxnSpPr>
          <p:cNvPr id="10" name="Straight Arrow Connector 9"/>
          <p:cNvCxnSpPr>
            <a:endCxn id="7" idx="3"/>
          </p:cNvCxnSpPr>
          <p:nvPr/>
        </p:nvCxnSpPr>
        <p:spPr>
          <a:xfrm flipH="1">
            <a:off x="3902075" y="3580765"/>
            <a:ext cx="690880" cy="0"/>
          </a:xfrm>
          <a:prstGeom prst="straightConnector1">
            <a:avLst/>
          </a:prstGeom>
          <a:ln w="1905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Box 10"/>
          <p:cNvSpPr txBox="1"/>
          <p:nvPr/>
        </p:nvSpPr>
        <p:spPr>
          <a:xfrm>
            <a:off x="5073015" y="5576570"/>
            <a:ext cx="3070860" cy="36830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none" rtlCol="0">
            <a:spAutoFit/>
          </a:bodyPr>
          <a:p>
            <a:r>
              <a:rPr lang="en-US" b="1">
                <a:solidFill>
                  <a:schemeClr val="bg1"/>
                </a:solidFill>
              </a:rPr>
              <a:t>get the best score for user</a:t>
            </a:r>
            <a:endParaRPr lang="en-US" b="1">
              <a:solidFill>
                <a:schemeClr val="bg1"/>
              </a:solidFill>
            </a:endParaRPr>
          </a:p>
        </p:txBody>
      </p:sp>
      <p:cxnSp>
        <p:nvCxnSpPr>
          <p:cNvPr id="12" name="Straight Arrow Connector 11"/>
          <p:cNvCxnSpPr/>
          <p:nvPr/>
        </p:nvCxnSpPr>
        <p:spPr>
          <a:xfrm flipH="1">
            <a:off x="4380865" y="5732780"/>
            <a:ext cx="690880" cy="0"/>
          </a:xfrm>
          <a:prstGeom prst="straightConnector1">
            <a:avLst/>
          </a:prstGeom>
          <a:ln w="1905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s 12"/>
          <p:cNvSpPr/>
          <p:nvPr/>
        </p:nvSpPr>
        <p:spPr>
          <a:xfrm>
            <a:off x="2471420" y="4121150"/>
            <a:ext cx="8702675" cy="755015"/>
          </a:xfrm>
          <a:prstGeom prst="rect">
            <a:avLst/>
          </a:prstGeom>
          <a:noFill/>
          <a:ln w="28575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</a:ex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4" name="Text Box 13"/>
          <p:cNvSpPr txBox="1"/>
          <p:nvPr/>
        </p:nvSpPr>
        <p:spPr>
          <a:xfrm>
            <a:off x="8072120" y="4953000"/>
            <a:ext cx="2565400" cy="3683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p>
            <a:r>
              <a:rPr lang="en-US" b="1">
                <a:solidFill>
                  <a:srgbClr val="FF0000"/>
                </a:solidFill>
              </a:rPr>
              <a:t>for the invalid input</a:t>
            </a:r>
            <a:endParaRPr lang="en-US" b="1">
              <a:solidFill>
                <a:srgbClr val="FF0000"/>
              </a:solidFill>
            </a:endParaRPr>
          </a:p>
        </p:txBody>
      </p:sp>
      <p:cxnSp>
        <p:nvCxnSpPr>
          <p:cNvPr id="15" name="Straight Arrow Connector 14"/>
          <p:cNvCxnSpPr/>
          <p:nvPr/>
        </p:nvCxnSpPr>
        <p:spPr>
          <a:xfrm flipH="1" flipV="1">
            <a:off x="7462520" y="4950460"/>
            <a:ext cx="609600" cy="189865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Picture 3" descr="Screenshot 2026-04-20 at 12.56.03 P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59455" y="433070"/>
            <a:ext cx="8577580" cy="5786120"/>
          </a:xfrm>
          <a:prstGeom prst="rect">
            <a:avLst/>
          </a:prstGeom>
        </p:spPr>
      </p:pic>
      <p:sp>
        <p:nvSpPr>
          <p:cNvPr id="9" name="Rectangles 8"/>
          <p:cNvSpPr/>
          <p:nvPr/>
        </p:nvSpPr>
        <p:spPr>
          <a:xfrm>
            <a:off x="3097530" y="1550035"/>
            <a:ext cx="1275715" cy="367665"/>
          </a:xfrm>
          <a:prstGeom prst="rect">
            <a:avLst/>
          </a:prstGeom>
          <a:noFill/>
          <a:ln w="28575"/>
          <a:extLst>
            <a:ext uri="{909E8E84-426E-40DD-AFC4-6F175D3DCCD1}">
              <a14:hiddenFill xmlns:a14="http://schemas.microsoft.com/office/drawing/2010/main">
                <a:solidFill>
                  <a:schemeClr val="lt1"/>
                </a:solidFill>
              </a14:hiddenFill>
            </a:ext>
          </a:ex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6" name="Text Box 5"/>
          <p:cNvSpPr txBox="1"/>
          <p:nvPr/>
        </p:nvSpPr>
        <p:spPr>
          <a:xfrm>
            <a:off x="4399280" y="1549400"/>
            <a:ext cx="26003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>
                <a:solidFill>
                  <a:srgbClr val="FF0000"/>
                </a:solidFill>
              </a:rPr>
              <a:t>for testing  the result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11" name="Rectangles 10"/>
          <p:cNvSpPr/>
          <p:nvPr/>
        </p:nvSpPr>
        <p:spPr>
          <a:xfrm>
            <a:off x="0" y="26035"/>
            <a:ext cx="3097530" cy="341503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spAutoFit/>
          </a:bodyPr>
          <a:p>
            <a:pPr algn="ctr"/>
            <a:r>
              <a:rPr lang="en-US" altLang="zh-CN" sz="7200" b="1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Run the Code</a:t>
            </a:r>
            <a:endParaRPr lang="en-US" altLang="zh-CN" sz="7200" b="1">
              <a:ln w="12700">
                <a:solidFill>
                  <a:schemeClr val="accent1"/>
                </a:solidFill>
                <a:prstDash val="solid"/>
              </a:ln>
              <a:pattFill prst="pct50">
                <a:fgClr>
                  <a:schemeClr val="accent1"/>
                </a:fgClr>
                <a:bgClr>
                  <a:schemeClr val="accent1">
                    <a:lumMod val="20000"/>
                    <a:lumOff val="80000"/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accent1"/>
                </a:outerShdw>
              </a:effectLst>
            </a:endParaRPr>
          </a:p>
        </p:txBody>
      </p:sp>
      <p:sp>
        <p:nvSpPr>
          <p:cNvPr id="2" name="Rectangles 1"/>
          <p:cNvSpPr/>
          <p:nvPr/>
        </p:nvSpPr>
        <p:spPr>
          <a:xfrm>
            <a:off x="3297555" y="5581015"/>
            <a:ext cx="3264535" cy="292100"/>
          </a:xfrm>
          <a:prstGeom prst="rect">
            <a:avLst/>
          </a:prstGeom>
          <a:noFill/>
          <a:ln w="28575">
            <a:solidFill>
              <a:schemeClr val="accent2">
                <a:lumMod val="60000"/>
                <a:lumOff val="40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lt1"/>
                </a:solidFill>
              </a14:hiddenFill>
            </a:ext>
          </a:ex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" name="Rectangles 2"/>
          <p:cNvSpPr/>
          <p:nvPr/>
        </p:nvSpPr>
        <p:spPr>
          <a:xfrm>
            <a:off x="3328670" y="3598545"/>
            <a:ext cx="3264535" cy="292100"/>
          </a:xfrm>
          <a:prstGeom prst="rect">
            <a:avLst/>
          </a:prstGeom>
          <a:noFill/>
          <a:ln w="28575">
            <a:solidFill>
              <a:schemeClr val="accent2">
                <a:lumMod val="60000"/>
                <a:lumOff val="40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lt1"/>
                </a:solidFill>
              </a14:hiddenFill>
            </a:ext>
          </a:ex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" name="Rectangles 10"/>
          <p:cNvSpPr/>
          <p:nvPr/>
        </p:nvSpPr>
        <p:spPr>
          <a:xfrm>
            <a:off x="192405" y="208915"/>
            <a:ext cx="5313045" cy="119888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spAutoFit/>
          </a:bodyPr>
          <a:p>
            <a:pPr algn="ctr"/>
            <a:r>
              <a:rPr lang="en-US" altLang="zh-CN" sz="7200" b="1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history.txt</a:t>
            </a:r>
            <a:endParaRPr lang="en-US" altLang="zh-CN" sz="7200" b="1">
              <a:ln w="12700">
                <a:solidFill>
                  <a:schemeClr val="accent1"/>
                </a:solidFill>
                <a:prstDash val="solid"/>
              </a:ln>
              <a:pattFill prst="pct50">
                <a:fgClr>
                  <a:schemeClr val="accent1"/>
                </a:fgClr>
                <a:bgClr>
                  <a:schemeClr val="accent1">
                    <a:lumMod val="20000"/>
                    <a:lumOff val="80000"/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accent1"/>
                </a:outerShdw>
              </a:effectLst>
            </a:endParaRPr>
          </a:p>
        </p:txBody>
      </p:sp>
      <p:pic>
        <p:nvPicPr>
          <p:cNvPr id="5" name="Picture 4" descr="Screenshot 2026-04-28 at 2.16.35 P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9590" y="2822575"/>
            <a:ext cx="5415915" cy="1680845"/>
          </a:xfrm>
          <a:prstGeom prst="rect">
            <a:avLst/>
          </a:prstGeom>
        </p:spPr>
      </p:pic>
      <p:sp>
        <p:nvSpPr>
          <p:cNvPr id="6" name="Rectangles 5"/>
          <p:cNvSpPr/>
          <p:nvPr/>
        </p:nvSpPr>
        <p:spPr>
          <a:xfrm>
            <a:off x="457200" y="4163060"/>
            <a:ext cx="596265" cy="340360"/>
          </a:xfrm>
          <a:prstGeom prst="rect">
            <a:avLst/>
          </a:prstGeom>
          <a:noFill/>
          <a:ln w="28575">
            <a:solidFill>
              <a:schemeClr val="accent2">
                <a:lumMod val="60000"/>
                <a:lumOff val="40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lt1"/>
                </a:solidFill>
              </a14:hiddenFill>
            </a:ext>
          </a:ex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7" name="Text Box 6"/>
          <p:cNvSpPr txBox="1"/>
          <p:nvPr/>
        </p:nvSpPr>
        <p:spPr>
          <a:xfrm>
            <a:off x="1610995" y="4149090"/>
            <a:ext cx="1419225" cy="368300"/>
          </a:xfrm>
          <a:prstGeom prst="rect">
            <a:avLst/>
          </a:prstGeom>
          <a:noFill/>
          <a:ln>
            <a:solidFill>
              <a:schemeClr val="accent2">
                <a:lumMod val="60000"/>
                <a:lumOff val="40000"/>
              </a:schemeClr>
            </a:solidFill>
          </a:ln>
        </p:spPr>
        <p:txBody>
          <a:bodyPr wrap="none" rtlCol="0">
            <a:spAutoFit/>
          </a:bodyPr>
          <a:p>
            <a:r>
              <a:rPr lang="en-US" b="1">
                <a:solidFill>
                  <a:schemeClr val="accent2">
                    <a:lumMod val="60000"/>
                    <a:lumOff val="40000"/>
                  </a:schemeClr>
                </a:solidFill>
              </a:rPr>
              <a:t>new record</a:t>
            </a:r>
            <a:endParaRPr lang="en-US" b="1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8" name="Straight Arrow Connector 7"/>
          <p:cNvCxnSpPr>
            <a:stCxn id="7" idx="1"/>
            <a:endCxn id="6" idx="3"/>
          </p:cNvCxnSpPr>
          <p:nvPr/>
        </p:nvCxnSpPr>
        <p:spPr>
          <a:xfrm flipH="1">
            <a:off x="1053465" y="4333240"/>
            <a:ext cx="557530" cy="0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 descr="Screenshot 2026-04-28 at 2.20.31 P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0500" y="3011805"/>
            <a:ext cx="5409565" cy="1301750"/>
          </a:xfrm>
          <a:prstGeom prst="rect">
            <a:avLst/>
          </a:prstGeom>
        </p:spPr>
      </p:pic>
      <p:sp>
        <p:nvSpPr>
          <p:cNvPr id="13" name="Text Box 12"/>
          <p:cNvSpPr txBox="1"/>
          <p:nvPr/>
        </p:nvSpPr>
        <p:spPr>
          <a:xfrm>
            <a:off x="6761480" y="2562860"/>
            <a:ext cx="4197350" cy="4603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r>
              <a:rPr lang="en-US" sz="2400" b="1">
                <a:ln w="12700">
                  <a:solidFill>
                    <a:schemeClr val="accent5"/>
                  </a:solidFill>
                  <a:prstDash val="solid"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ZOEY will be the winner: </a:t>
            </a:r>
            <a:endParaRPr lang="en-US" sz="2400" b="1">
              <a:ln w="12700">
                <a:solidFill>
                  <a:schemeClr val="accent5"/>
                </a:solidFill>
                <a:prstDash val="solid"/>
              </a:ln>
              <a:solidFill>
                <a:schemeClr val="accent1">
                  <a:lumMod val="75000"/>
                </a:schemeClr>
              </a:solidFill>
              <a:effectLst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587</Words>
  <Application>WPS Writer</Application>
  <PresentationFormat>Widescreen</PresentationFormat>
  <Paragraphs>46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8" baseType="lpstr">
      <vt:lpstr>Arial</vt:lpstr>
      <vt:lpstr>SimSun</vt:lpstr>
      <vt:lpstr>Wingdings</vt:lpstr>
      <vt:lpstr>Calibri</vt:lpstr>
      <vt:lpstr>Helvetica Neue</vt:lpstr>
      <vt:lpstr>Microsoft YaHei</vt:lpstr>
      <vt:lpstr>汉仪旗黑</vt:lpstr>
      <vt:lpstr>Arial Unicode MS</vt:lpstr>
      <vt:lpstr>Calibri Light</vt:lpstr>
      <vt:lpstr>SimSun</vt:lpstr>
      <vt:lpstr>宋体-简</vt:lpstr>
      <vt:lpstr>SimSun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zoeybiubiu</dc:creator>
  <cp:lastModifiedBy>Mysterious Artist</cp:lastModifiedBy>
  <cp:revision>11</cp:revision>
  <dcterms:created xsi:type="dcterms:W3CDTF">2026-04-29T00:20:11Z</dcterms:created>
  <dcterms:modified xsi:type="dcterms:W3CDTF">2026-04-29T00:20:11Z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1033-4.4.2.7667</vt:lpwstr>
  </property>
</Properties>
</file>