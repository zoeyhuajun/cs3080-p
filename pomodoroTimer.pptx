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57" r:id="rId4"/>
    <p:sldId id="265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eybiubiu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hierarchy" loCatId="hierarchy" qsTypeId="urn:microsoft.com/office/officeart/2005/8/quickstyle/simple1" qsCatId="simple" csTypeId="urn:microsoft.com/office/officeart/2005/8/colors/accent0_3" csCatId="accent1" phldr="0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class PomodoroTimer: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/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AB39B06D-FE6C-48B2-B5B4-77CD0C8CF7AD}" cxnId="{30F5B669-D57D-40B1-9018-06AE813955F0}" type="parTrans">
      <dgm:prSet/>
      <dgm:spPr/>
      <dgm:t>
        <a:bodyPr/>
        <a:p>
          <a:endParaRPr lang="en-US"/>
        </a:p>
      </dgm:t>
    </dgm:pt>
    <dgm:pt modelId="{DF0D1C21-B79E-4875-B7FA-EF183CB48B88}" cxnId="{30F5B669-D57D-40B1-9018-06AE813955F0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__init__( )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/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EACD17F5-D793-4A43-B489-D1804D50CFEF}" cxnId="{E5FB0D34-0EE0-496B-9917-F5634DB603F9}" type="parTrans">
      <dgm:prSet/>
      <dgm:spPr/>
      <dgm:t>
        <a:bodyPr/>
        <a:p>
          <a:endParaRPr lang="en-US"/>
        </a:p>
      </dgm:t>
    </dgm:pt>
    <dgm:pt modelId="{FA45D93F-0724-4936-AA45-E6762732A19D}" cxnId="{E5FB0D34-0EE0-496B-9917-F5634DB603F9}" type="sibTrans">
      <dgm:prSet/>
      <dgm:spPr/>
      <dgm:t>
        <a:bodyPr/>
        <a:p>
          <a:endParaRPr lang="en-US"/>
        </a:p>
      </dgm:t>
    </dgm:pt>
    <dgm:pt modelId="{4EC42421-831D-4CD3-8215-2AF4300F9C0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run_timer(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 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8D5FB264-0A5C-4C3A-85B7-453D9BD837DF}" cxnId="{B80F1671-2946-4915-98C9-A4CF7254851C}" type="parTrans">
      <dgm:prSet/>
      <dgm:spPr/>
      <dgm:t>
        <a:bodyPr/>
        <a:p>
          <a:endParaRPr lang="en-US"/>
        </a:p>
      </dgm:t>
    </dgm:pt>
    <dgm:pt modelId="{A1825131-D805-48C8-BFCE-E45C02E6F5CE}" cxnId="{B80F1671-2946-4915-98C9-A4CF7254851C}" type="sibTrans">
      <dgm:prSet/>
      <dgm:spPr/>
      <dgm:t>
        <a:bodyPr/>
        <a:p>
          <a:endParaRPr lang="en-US"/>
        </a:p>
      </dgm:t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start(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CCF68ADE-40B6-47D0-93C1-88EC13ADC8AC}" cxnId="{60612C0B-B51A-40D5-A0A4-280F1BBC923F}" type="parTrans">
      <dgm:prSet/>
      <dgm:spPr/>
      <dgm:t>
        <a:bodyPr/>
        <a:p>
          <a:endParaRPr lang="en-US"/>
        </a:p>
      </dgm:t>
    </dgm:pt>
    <dgm:pt modelId="{630D3E0B-D1D7-4E1A-8193-515AA5E1866F}" cxnId="{60612C0B-B51A-40D5-A0A4-280F1BBC923F}" type="sibTrans">
      <dgm:prSet/>
      <dgm:spPr/>
      <dgm:t>
        <a:bodyPr/>
        <a:p>
          <a:endParaRPr lang="en-US"/>
        </a:p>
      </dgm:t>
    </dgm:pt>
    <dgm:pt modelId="{7F01143B-F572-40A4-8054-6BB6978357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pause( )</a:t>
          </a:r>
          <a:endParaRPr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36250170-DAF7-4D59-A4A3-523F1C6FD272}" cxnId="{C971F9E0-3DAC-4DD1-B1FB-38629792811D}" type="parTrans">
      <dgm:prSet/>
      <dgm:spPr/>
    </dgm:pt>
    <dgm:pt modelId="{79CC02CA-234D-4595-B1A2-75ED6351AD1A}" cxnId="{C971F9E0-3DAC-4DD1-B1FB-38629792811D}" type="sibTrans">
      <dgm:prSet/>
      <dgm:spPr/>
    </dgm:pt>
    <dgm:pt modelId="{3EF9BAB2-59D2-4FA1-8F99-A3678BD8286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 b="1"/>
            <a:t> def reset(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self):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A06EE-040C-465B-B166-FEAEE01B45D6}" cxnId="{51EAD5D4-5A91-4B25-A93C-CF4F0A546793}" type="parTrans">
      <dgm:prSet/>
      <dgm:spPr/>
    </dgm:pt>
    <dgm:pt modelId="{ABF6A8E8-6F67-40A8-A431-96E0566D0697}" cxnId="{51EAD5D4-5A91-4B25-A93C-CF4F0A546793}" type="sibTrans">
      <dgm:prSet/>
      <dgm:spPr/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 custScaleX="120908" custScaleY="97620" custLinFactNeighborY="-942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5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5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5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5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5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5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3C038928-C3D9-4DDC-AFCC-FE146585430E}" type="pres">
      <dgm:prSet presAssocID="{36250170-DAF7-4D59-A4A3-523F1C6FD272}" presName="Name37" presStyleLbl="parChTrans1D2" presStyleIdx="3" presStyleCnt="5"/>
      <dgm:spPr/>
    </dgm:pt>
    <dgm:pt modelId="{828060FA-C875-4E00-9032-E99A91DF896A}" type="pres">
      <dgm:prSet presAssocID="{7F01143B-F572-40A4-8054-6BB69783574C}" presName="hierRoot2" presStyleCnt="0">
        <dgm:presLayoutVars>
          <dgm:hierBranch val="init"/>
        </dgm:presLayoutVars>
      </dgm:prSet>
      <dgm:spPr/>
    </dgm:pt>
    <dgm:pt modelId="{90F3162B-800D-4B9A-ABF0-EBEEF61D9F4C}" type="pres">
      <dgm:prSet presAssocID="{7F01143B-F572-40A4-8054-6BB69783574C}" presName="rootComposite" presStyleCnt="0"/>
      <dgm:spPr/>
    </dgm:pt>
    <dgm:pt modelId="{11563017-F08F-4229-A6C3-FAC68AB5C636}" type="pres">
      <dgm:prSet presAssocID="{7F01143B-F572-40A4-8054-6BB69783574C}" presName="rootText" presStyleLbl="node2" presStyleIdx="3" presStyleCnt="5">
        <dgm:presLayoutVars>
          <dgm:chPref val="3"/>
        </dgm:presLayoutVars>
      </dgm:prSet>
      <dgm:spPr/>
    </dgm:pt>
    <dgm:pt modelId="{6F0A63D9-75BC-4DEE-AFC7-48191EB77D53}" type="pres">
      <dgm:prSet presAssocID="{7F01143B-F572-40A4-8054-6BB69783574C}" presName="rootConnector" presStyleCnt="0"/>
      <dgm:spPr/>
    </dgm:pt>
    <dgm:pt modelId="{3C40D926-49C8-4F46-873C-1BB9D4ECB721}" type="pres">
      <dgm:prSet presAssocID="{7F01143B-F572-40A4-8054-6BB69783574C}" presName="hierChild4" presStyleCnt="0"/>
      <dgm:spPr/>
    </dgm:pt>
    <dgm:pt modelId="{FF28BED8-1507-414A-B6D0-85FE3157AB8E}" type="pres">
      <dgm:prSet presAssocID="{7F01143B-F572-40A4-8054-6BB69783574C}" presName="hierChild5" presStyleCnt="0"/>
      <dgm:spPr/>
    </dgm:pt>
    <dgm:pt modelId="{16A0B843-1FD4-4C8B-B01F-814ED49B1758}" type="pres">
      <dgm:prSet presAssocID="{88BA06EE-040C-465B-B166-FEAEE01B45D6}" presName="Name37" presStyleLbl="parChTrans1D2" presStyleIdx="4" presStyleCnt="5"/>
      <dgm:spPr/>
    </dgm:pt>
    <dgm:pt modelId="{504956E0-0179-4BB2-9A7F-C9ACFAC9238E}" type="pres">
      <dgm:prSet presAssocID="{3EF9BAB2-59D2-4FA1-8F99-A3678BD82863}" presName="hierRoot2" presStyleCnt="0">
        <dgm:presLayoutVars>
          <dgm:hierBranch val="init"/>
        </dgm:presLayoutVars>
      </dgm:prSet>
      <dgm:spPr/>
    </dgm:pt>
    <dgm:pt modelId="{70FE8BDF-B375-47BE-9FB8-E1224BA3FFAD}" type="pres">
      <dgm:prSet presAssocID="{3EF9BAB2-59D2-4FA1-8F99-A3678BD82863}" presName="rootComposite" presStyleCnt="0"/>
      <dgm:spPr/>
    </dgm:pt>
    <dgm:pt modelId="{02B20CE7-4AB4-4EEB-9BB5-6B4D38EE67B3}" type="pres">
      <dgm:prSet presAssocID="{3EF9BAB2-59D2-4FA1-8F99-A3678BD82863}" presName="rootText" presStyleLbl="node2" presStyleIdx="4" presStyleCnt="5">
        <dgm:presLayoutVars>
          <dgm:chPref val="3"/>
        </dgm:presLayoutVars>
      </dgm:prSet>
      <dgm:spPr/>
    </dgm:pt>
    <dgm:pt modelId="{D0C248E6-F5ED-4835-9887-AA769888D709}" type="pres">
      <dgm:prSet presAssocID="{3EF9BAB2-59D2-4FA1-8F99-A3678BD82863}" presName="rootConnector" presStyleCnt="0"/>
      <dgm:spPr/>
    </dgm:pt>
    <dgm:pt modelId="{1453DC12-D81B-4678-8F82-2279573FCC47}" type="pres">
      <dgm:prSet presAssocID="{3EF9BAB2-59D2-4FA1-8F99-A3678BD82863}" presName="hierChild4" presStyleCnt="0"/>
      <dgm:spPr/>
    </dgm:pt>
    <dgm:pt modelId="{9EFDB87B-B736-4C53-B8BF-76944F3935FC}" type="pres">
      <dgm:prSet presAssocID="{3EF9BAB2-59D2-4FA1-8F99-A3678BD82863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</dgm:ptLst>
  <dgm:cxnLst>
    <dgm:cxn modelId="{30F5B669-D57D-40B1-9018-06AE813955F0}" srcId="{A77D31B3-3808-4FBA-8FA4-CC8D448A173E}" destId="{47C757F0-AA23-46BE-9311-EA432CDEEAA1}" srcOrd="0" destOrd="0" parTransId="{AB39B06D-FE6C-48B2-B5B4-77CD0C8CF7AD}" sibTransId="{DF0D1C21-B79E-4875-B7FA-EF183CB48B88}"/>
    <dgm:cxn modelId="{E5FB0D34-0EE0-496B-9917-F5634DB603F9}" srcId="{47C757F0-AA23-46BE-9311-EA432CDEEAA1}" destId="{12714FC6-8B41-47E5-91DD-F02D34D23B93}" srcOrd="0" destOrd="0" parTransId="{EACD17F5-D793-4A43-B489-D1804D50CFEF}" sibTransId="{FA45D93F-0724-4936-AA45-E6762732A19D}"/>
    <dgm:cxn modelId="{B80F1671-2946-4915-98C9-A4CF7254851C}" srcId="{47C757F0-AA23-46BE-9311-EA432CDEEAA1}" destId="{4EC42421-831D-4CD3-8215-2AF4300F9C01}" srcOrd="1" destOrd="0" parTransId="{8D5FB264-0A5C-4C3A-85B7-453D9BD837DF}" sibTransId="{A1825131-D805-48C8-BFCE-E45C02E6F5CE}"/>
    <dgm:cxn modelId="{60612C0B-B51A-40D5-A0A4-280F1BBC923F}" srcId="{47C757F0-AA23-46BE-9311-EA432CDEEAA1}" destId="{CF717C8A-B40B-4AFF-BF49-65ABB7DF8190}" srcOrd="2" destOrd="0" parTransId="{CCF68ADE-40B6-47D0-93C1-88EC13ADC8AC}" sibTransId="{630D3E0B-D1D7-4E1A-8193-515AA5E1866F}"/>
    <dgm:cxn modelId="{C971F9E0-3DAC-4DD1-B1FB-38629792811D}" srcId="{47C757F0-AA23-46BE-9311-EA432CDEEAA1}" destId="{7F01143B-F572-40A4-8054-6BB69783574C}" srcOrd="3" destOrd="0" parTransId="{36250170-DAF7-4D59-A4A3-523F1C6FD272}" sibTransId="{79CC02CA-234D-4595-B1A2-75ED6351AD1A}"/>
    <dgm:cxn modelId="{51EAD5D4-5A91-4B25-A93C-CF4F0A546793}" srcId="{47C757F0-AA23-46BE-9311-EA432CDEEAA1}" destId="{3EF9BAB2-59D2-4FA1-8F99-A3678BD82863}" srcOrd="4" destOrd="0" parTransId="{88BA06EE-040C-465B-B166-FEAEE01B45D6}" sibTransId="{ABF6A8E8-6F67-40A8-A431-96E0566D0697}"/>
    <dgm:cxn modelId="{9C856972-0604-4433-A8EC-FDDF422E0127}" type="presOf" srcId="{A77D31B3-3808-4FBA-8FA4-CC8D448A173E}" destId="{E498DC9C-C5AC-4482-A26F-3B99DC5D79F0}" srcOrd="0" destOrd="0" presId="urn:microsoft.com/office/officeart/2005/8/layout/orgChart1"/>
    <dgm:cxn modelId="{DB6A9D89-1996-4DE8-A08E-2DFF67A26B09}" type="presParOf" srcId="{E498DC9C-C5AC-4482-A26F-3B99DC5D79F0}" destId="{F728C3E8-5128-4BB6-90CC-A86769ECE335}" srcOrd="0" destOrd="0" presId="urn:microsoft.com/office/officeart/2005/8/layout/orgChart1"/>
    <dgm:cxn modelId="{BC3C4011-AF47-4C7D-BA9D-431EF19FEF32}" type="presParOf" srcId="{F728C3E8-5128-4BB6-90CC-A86769ECE335}" destId="{79147750-B6BF-43FD-83A0-7ACDC9B53EFF}" srcOrd="0" destOrd="0" presId="urn:microsoft.com/office/officeart/2005/8/layout/orgChart1"/>
    <dgm:cxn modelId="{C61AFAB8-81D6-470C-8918-C8BE6562857C}" type="presOf" srcId="{47C757F0-AA23-46BE-9311-EA432CDEEAA1}" destId="{79147750-B6BF-43FD-83A0-7ACDC9B53EFF}" srcOrd="0" destOrd="0" presId="urn:microsoft.com/office/officeart/2005/8/layout/orgChart1"/>
    <dgm:cxn modelId="{BBCEF1A9-28E7-426D-B34C-0D71F468FA48}" type="presParOf" srcId="{79147750-B6BF-43FD-83A0-7ACDC9B53EFF}" destId="{AE79172D-D441-42BB-84EA-E3D989670DED}" srcOrd="0" destOrd="0" presId="urn:microsoft.com/office/officeart/2005/8/layout/orgChart1"/>
    <dgm:cxn modelId="{DFA01A80-3BC7-45D6-837D-875203BE25CD}" type="presOf" srcId="{47C757F0-AA23-46BE-9311-EA432CDEEAA1}" destId="{AE79172D-D441-42BB-84EA-E3D989670DED}" srcOrd="0" destOrd="0" presId="urn:microsoft.com/office/officeart/2005/8/layout/orgChart1"/>
    <dgm:cxn modelId="{ECF3E2D0-89F2-4139-A062-1802F5C4760C}" type="presParOf" srcId="{79147750-B6BF-43FD-83A0-7ACDC9B53EFF}" destId="{86420519-308D-4A6A-8FEA-6FB2E39BA448}" srcOrd="1" destOrd="0" presId="urn:microsoft.com/office/officeart/2005/8/layout/orgChart1"/>
    <dgm:cxn modelId="{A5A97DA3-C926-48DA-AAA0-72C540D55D1B}" type="presOf" srcId="{47C757F0-AA23-46BE-9311-EA432CDEEAA1}" destId="{86420519-308D-4A6A-8FEA-6FB2E39BA448}" srcOrd="0" destOrd="0" presId="urn:microsoft.com/office/officeart/2005/8/layout/orgChart1"/>
    <dgm:cxn modelId="{D98E489F-EB9E-4BBD-880A-9DB8358BB982}" type="presParOf" srcId="{F728C3E8-5128-4BB6-90CC-A86769ECE335}" destId="{9A0FF10C-81C7-47CD-A320-768F2009480B}" srcOrd="1" destOrd="0" presId="urn:microsoft.com/office/officeart/2005/8/layout/orgChart1"/>
    <dgm:cxn modelId="{1DD792E2-B9FD-49A0-97EB-47EDA178C5CD}" type="presParOf" srcId="{9A0FF10C-81C7-47CD-A320-768F2009480B}" destId="{6A259130-4455-44E0-969B-948D1249687E}" srcOrd="0" destOrd="1" presId="urn:microsoft.com/office/officeart/2005/8/layout/orgChart1"/>
    <dgm:cxn modelId="{9ED6FE4F-56C9-4706-9412-1B43D41A9F7A}" type="presOf" srcId="{EACD17F5-D793-4A43-B489-D1804D50CFEF}" destId="{6A259130-4455-44E0-969B-948D1249687E}" srcOrd="0" destOrd="0" presId="urn:microsoft.com/office/officeart/2005/8/layout/orgChart1"/>
    <dgm:cxn modelId="{F4C1DE35-C758-4F4B-9D11-1080FAB8C863}" type="presParOf" srcId="{9A0FF10C-81C7-47CD-A320-768F2009480B}" destId="{D6C5C065-A308-417C-8ECC-04FC2BEC646C}" srcOrd="1" destOrd="1" presId="urn:microsoft.com/office/officeart/2005/8/layout/orgChart1"/>
    <dgm:cxn modelId="{B8206CF8-4CA3-45BF-AC19-5F109ED1F7E7}" type="presParOf" srcId="{D6C5C065-A308-417C-8ECC-04FC2BEC646C}" destId="{E36491EF-5019-46FD-BC82-1BD579B9EE0E}" srcOrd="0" destOrd="1" presId="urn:microsoft.com/office/officeart/2005/8/layout/orgChart1"/>
    <dgm:cxn modelId="{4324BFAA-16F3-4529-89BE-1FD0E0DD7F16}" type="presOf" srcId="{12714FC6-8B41-47E5-91DD-F02D34D23B93}" destId="{E36491EF-5019-46FD-BC82-1BD579B9EE0E}" srcOrd="0" destOrd="0" presId="urn:microsoft.com/office/officeart/2005/8/layout/orgChart1"/>
    <dgm:cxn modelId="{DD628E12-BB5E-42FA-B417-06516DFDDF85}" type="presParOf" srcId="{E36491EF-5019-46FD-BC82-1BD579B9EE0E}" destId="{43B7C837-49D6-40CE-BBAB-953D9E4BA7ED}" srcOrd="0" destOrd="0" presId="urn:microsoft.com/office/officeart/2005/8/layout/orgChart1"/>
    <dgm:cxn modelId="{A0A9913F-59B1-417B-BBFD-21674785BDCC}" type="presOf" srcId="{12714FC6-8B41-47E5-91DD-F02D34D23B93}" destId="{43B7C837-49D6-40CE-BBAB-953D9E4BA7ED}" srcOrd="0" destOrd="0" presId="urn:microsoft.com/office/officeart/2005/8/layout/orgChart1"/>
    <dgm:cxn modelId="{59F4174E-FA23-4C9F-A7B5-EFA86597A992}" type="presParOf" srcId="{E36491EF-5019-46FD-BC82-1BD579B9EE0E}" destId="{9A037140-9B69-4B9F-A134-F2F2EB0F2E32}" srcOrd="1" destOrd="0" presId="urn:microsoft.com/office/officeart/2005/8/layout/orgChart1"/>
    <dgm:cxn modelId="{B1ABBC9A-0169-4CBC-AAB5-FE71655B2D85}" type="presOf" srcId="{12714FC6-8B41-47E5-91DD-F02D34D23B93}" destId="{9A037140-9B69-4B9F-A134-F2F2EB0F2E32}" srcOrd="0" destOrd="0" presId="urn:microsoft.com/office/officeart/2005/8/layout/orgChart1"/>
    <dgm:cxn modelId="{BC7E4E67-9A62-4285-A6E1-311B8BA5FD55}" type="presParOf" srcId="{D6C5C065-A308-417C-8ECC-04FC2BEC646C}" destId="{FA37AA5D-87C2-47F6-9B72-B753C073E744}" srcOrd="1" destOrd="1" presId="urn:microsoft.com/office/officeart/2005/8/layout/orgChart1"/>
    <dgm:cxn modelId="{F9906720-29C6-478C-A62C-4DAD11DFCAEE}" type="presParOf" srcId="{D6C5C065-A308-417C-8ECC-04FC2BEC646C}" destId="{A7309641-2A58-41EA-9E42-56812CF298ED}" srcOrd="2" destOrd="1" presId="urn:microsoft.com/office/officeart/2005/8/layout/orgChart1"/>
    <dgm:cxn modelId="{8E822E3D-01BD-483B-8F82-EFF8194DB12D}" type="presParOf" srcId="{9A0FF10C-81C7-47CD-A320-768F2009480B}" destId="{F492B679-3C8C-4E72-95A8-8B81298826E7}" srcOrd="2" destOrd="1" presId="urn:microsoft.com/office/officeart/2005/8/layout/orgChart1"/>
    <dgm:cxn modelId="{B72DE456-FA9D-4F07-B91C-0F7478D0441E}" type="presOf" srcId="{8D5FB264-0A5C-4C3A-85B7-453D9BD837DF}" destId="{F492B679-3C8C-4E72-95A8-8B81298826E7}" srcOrd="0" destOrd="0" presId="urn:microsoft.com/office/officeart/2005/8/layout/orgChart1"/>
    <dgm:cxn modelId="{A7E2DEBC-E9E9-4E1A-A5C6-3B9F42E3DC1B}" type="presParOf" srcId="{9A0FF10C-81C7-47CD-A320-768F2009480B}" destId="{C6F584B9-7EA2-46D8-913B-8F508509ECAB}" srcOrd="3" destOrd="1" presId="urn:microsoft.com/office/officeart/2005/8/layout/orgChart1"/>
    <dgm:cxn modelId="{F1341E47-7F5F-4BD3-9E2A-84DCCE634EAA}" type="presParOf" srcId="{C6F584B9-7EA2-46D8-913B-8F508509ECAB}" destId="{6CAD9CE6-86A1-4F7D-98A6-3AF53F55F9E3}" srcOrd="0" destOrd="3" presId="urn:microsoft.com/office/officeart/2005/8/layout/orgChart1"/>
    <dgm:cxn modelId="{9F585DA0-54EA-4A5B-A869-601602A80F51}" type="presOf" srcId="{4EC42421-831D-4CD3-8215-2AF4300F9C01}" destId="{6CAD9CE6-86A1-4F7D-98A6-3AF53F55F9E3}" srcOrd="0" destOrd="0" presId="urn:microsoft.com/office/officeart/2005/8/layout/orgChart1"/>
    <dgm:cxn modelId="{BE4BD3EA-D508-42E0-B4AF-76DCAE814912}" type="presParOf" srcId="{6CAD9CE6-86A1-4F7D-98A6-3AF53F55F9E3}" destId="{08A0D1D2-3A20-4D63-8E35-B7C8B6B16D48}" srcOrd="0" destOrd="0" presId="urn:microsoft.com/office/officeart/2005/8/layout/orgChart1"/>
    <dgm:cxn modelId="{BCB950BC-CCE5-4561-9934-FCB2F89A7E17}" type="presOf" srcId="{4EC42421-831D-4CD3-8215-2AF4300F9C01}" destId="{08A0D1D2-3A20-4D63-8E35-B7C8B6B16D48}" srcOrd="0" destOrd="0" presId="urn:microsoft.com/office/officeart/2005/8/layout/orgChart1"/>
    <dgm:cxn modelId="{75604ACA-C31D-4FF7-ADDA-8F69E44DDD15}" type="presParOf" srcId="{6CAD9CE6-86A1-4F7D-98A6-3AF53F55F9E3}" destId="{6238C53E-A961-488B-8FBD-6EC13507B069}" srcOrd="1" destOrd="0" presId="urn:microsoft.com/office/officeart/2005/8/layout/orgChart1"/>
    <dgm:cxn modelId="{7F37B583-5261-4FF1-B5BC-6942C5C69C2D}" type="presOf" srcId="{4EC42421-831D-4CD3-8215-2AF4300F9C01}" destId="{6238C53E-A961-488B-8FBD-6EC13507B069}" srcOrd="0" destOrd="0" presId="urn:microsoft.com/office/officeart/2005/8/layout/orgChart1"/>
    <dgm:cxn modelId="{51EA9DB7-8482-4826-A00D-51941A742CE2}" type="presParOf" srcId="{C6F584B9-7EA2-46D8-913B-8F508509ECAB}" destId="{A9C46FD3-3BE9-4E6E-BFF6-B0B42B13F857}" srcOrd="1" destOrd="3" presId="urn:microsoft.com/office/officeart/2005/8/layout/orgChart1"/>
    <dgm:cxn modelId="{CDD5EBB5-B139-4FDB-83EE-AB15910528B5}" type="presParOf" srcId="{C6F584B9-7EA2-46D8-913B-8F508509ECAB}" destId="{A663BBFB-A120-4F5B-82EC-DB644DB9966B}" srcOrd="2" destOrd="3" presId="urn:microsoft.com/office/officeart/2005/8/layout/orgChart1"/>
    <dgm:cxn modelId="{7DB2E1C9-2147-47BA-9EA9-34C0F629E505}" type="presParOf" srcId="{9A0FF10C-81C7-47CD-A320-768F2009480B}" destId="{AB3A8128-6C86-49B7-B5CC-0153888815E5}" srcOrd="4" destOrd="1" presId="urn:microsoft.com/office/officeart/2005/8/layout/orgChart1"/>
    <dgm:cxn modelId="{E6E52654-9346-4E1E-AACB-CC0A20CFDFB8}" type="presOf" srcId="{CCF68ADE-40B6-47D0-93C1-88EC13ADC8AC}" destId="{AB3A8128-6C86-49B7-B5CC-0153888815E5}" srcOrd="0" destOrd="0" presId="urn:microsoft.com/office/officeart/2005/8/layout/orgChart1"/>
    <dgm:cxn modelId="{652627AC-2BF3-4185-BE16-80FCFBFF9011}" type="presParOf" srcId="{9A0FF10C-81C7-47CD-A320-768F2009480B}" destId="{1A917F9A-DDE6-4568-B35C-7FABCEF0A586}" srcOrd="5" destOrd="1" presId="urn:microsoft.com/office/officeart/2005/8/layout/orgChart1"/>
    <dgm:cxn modelId="{328EE006-C5E0-4614-8043-976E695D1529}" type="presParOf" srcId="{1A917F9A-DDE6-4568-B35C-7FABCEF0A586}" destId="{FA949B67-3DB7-47FA-97C9-4A653E762F22}" srcOrd="0" destOrd="5" presId="urn:microsoft.com/office/officeart/2005/8/layout/orgChart1"/>
    <dgm:cxn modelId="{8CC30199-6BA0-4D61-9995-23D8336886F6}" type="presOf" srcId="{CF717C8A-B40B-4AFF-BF49-65ABB7DF8190}" destId="{FA949B67-3DB7-47FA-97C9-4A653E762F22}" srcOrd="0" destOrd="0" presId="urn:microsoft.com/office/officeart/2005/8/layout/orgChart1"/>
    <dgm:cxn modelId="{DF7ADA46-8061-4066-A6B7-485B21047008}" type="presParOf" srcId="{FA949B67-3DB7-47FA-97C9-4A653E762F22}" destId="{7D64F4A3-0E55-47AC-A59B-9D5A9DC25552}" srcOrd="0" destOrd="0" presId="urn:microsoft.com/office/officeart/2005/8/layout/orgChart1"/>
    <dgm:cxn modelId="{7359A2D9-F070-4B32-8729-A5B19319684F}" type="presOf" srcId="{CF717C8A-B40B-4AFF-BF49-65ABB7DF8190}" destId="{7D64F4A3-0E55-47AC-A59B-9D5A9DC25552}" srcOrd="0" destOrd="0" presId="urn:microsoft.com/office/officeart/2005/8/layout/orgChart1"/>
    <dgm:cxn modelId="{568A5755-BB24-4C4A-82CC-4C06DFBE06E9}" type="presParOf" srcId="{FA949B67-3DB7-47FA-97C9-4A653E762F22}" destId="{5667CB49-EC34-46BC-AD2D-72F3BD95D049}" srcOrd="1" destOrd="0" presId="urn:microsoft.com/office/officeart/2005/8/layout/orgChart1"/>
    <dgm:cxn modelId="{DBD90CDA-09F8-4294-A14E-9EC7C0E2FDD6}" type="presOf" srcId="{CF717C8A-B40B-4AFF-BF49-65ABB7DF8190}" destId="{5667CB49-EC34-46BC-AD2D-72F3BD95D049}" srcOrd="0" destOrd="0" presId="urn:microsoft.com/office/officeart/2005/8/layout/orgChart1"/>
    <dgm:cxn modelId="{1FA4151B-3C61-4923-85A1-2A152247BECB}" type="presParOf" srcId="{1A917F9A-DDE6-4568-B35C-7FABCEF0A586}" destId="{EB3A10DA-2FA4-4DAD-8341-8078D7F83716}" srcOrd="1" destOrd="5" presId="urn:microsoft.com/office/officeart/2005/8/layout/orgChart1"/>
    <dgm:cxn modelId="{42B0F049-CDCF-42C6-A35B-52607383A297}" type="presParOf" srcId="{1A917F9A-DDE6-4568-B35C-7FABCEF0A586}" destId="{B05C5608-85C8-433E-A928-1755312B673B}" srcOrd="2" destOrd="5" presId="urn:microsoft.com/office/officeart/2005/8/layout/orgChart1"/>
    <dgm:cxn modelId="{12681275-EFBF-4E6B-93D3-43840483BAE4}" type="presParOf" srcId="{9A0FF10C-81C7-47CD-A320-768F2009480B}" destId="{3C038928-C3D9-4DDC-AFCC-FE146585430E}" srcOrd="6" destOrd="1" presId="urn:microsoft.com/office/officeart/2005/8/layout/orgChart1"/>
    <dgm:cxn modelId="{97104748-DCB8-4699-AACF-FE5469A16564}" type="presOf" srcId="{36250170-DAF7-4D59-A4A3-523F1C6FD272}" destId="{3C038928-C3D9-4DDC-AFCC-FE146585430E}" srcOrd="0" destOrd="0" presId="urn:microsoft.com/office/officeart/2005/8/layout/orgChart1"/>
    <dgm:cxn modelId="{C5DCDF08-07AC-4567-81B1-EE72FB8D5D10}" type="presParOf" srcId="{9A0FF10C-81C7-47CD-A320-768F2009480B}" destId="{828060FA-C875-4E00-9032-E99A91DF896A}" srcOrd="7" destOrd="1" presId="urn:microsoft.com/office/officeart/2005/8/layout/orgChart1"/>
    <dgm:cxn modelId="{B12C4B11-3434-4605-89CB-BA2180F0D9EB}" type="presParOf" srcId="{828060FA-C875-4E00-9032-E99A91DF896A}" destId="{90F3162B-800D-4B9A-ABF0-EBEEF61D9F4C}" srcOrd="0" destOrd="7" presId="urn:microsoft.com/office/officeart/2005/8/layout/orgChart1"/>
    <dgm:cxn modelId="{F214B6A2-F76B-4881-9BE8-697127D2FECE}" type="presOf" srcId="{7F01143B-F572-40A4-8054-6BB69783574C}" destId="{90F3162B-800D-4B9A-ABF0-EBEEF61D9F4C}" srcOrd="0" destOrd="0" presId="urn:microsoft.com/office/officeart/2005/8/layout/orgChart1"/>
    <dgm:cxn modelId="{D54E7BE8-DDA5-46CB-9DC9-96D4B572882F}" type="presParOf" srcId="{90F3162B-800D-4B9A-ABF0-EBEEF61D9F4C}" destId="{11563017-F08F-4229-A6C3-FAC68AB5C636}" srcOrd="0" destOrd="0" presId="urn:microsoft.com/office/officeart/2005/8/layout/orgChart1"/>
    <dgm:cxn modelId="{F76AD623-6FED-407B-A2C3-5602AC607529}" type="presOf" srcId="{7F01143B-F572-40A4-8054-6BB69783574C}" destId="{11563017-F08F-4229-A6C3-FAC68AB5C636}" srcOrd="0" destOrd="0" presId="urn:microsoft.com/office/officeart/2005/8/layout/orgChart1"/>
    <dgm:cxn modelId="{FDFFFB94-E412-4E2B-B7B0-CF25459C061B}" type="presParOf" srcId="{90F3162B-800D-4B9A-ABF0-EBEEF61D9F4C}" destId="{6F0A63D9-75BC-4DEE-AFC7-48191EB77D53}" srcOrd="1" destOrd="0" presId="urn:microsoft.com/office/officeart/2005/8/layout/orgChart1"/>
    <dgm:cxn modelId="{7B971230-C8DD-4ACF-839E-2E23A25E6766}" type="presOf" srcId="{7F01143B-F572-40A4-8054-6BB69783574C}" destId="{6F0A63D9-75BC-4DEE-AFC7-48191EB77D53}" srcOrd="0" destOrd="0" presId="urn:microsoft.com/office/officeart/2005/8/layout/orgChart1"/>
    <dgm:cxn modelId="{C5FED45B-755B-477E-9917-A516FEFDBD6E}" type="presParOf" srcId="{828060FA-C875-4E00-9032-E99A91DF896A}" destId="{3C40D926-49C8-4F46-873C-1BB9D4ECB721}" srcOrd="1" destOrd="7" presId="urn:microsoft.com/office/officeart/2005/8/layout/orgChart1"/>
    <dgm:cxn modelId="{20903DE2-8812-4FA3-B597-FB1B02C2992C}" type="presParOf" srcId="{828060FA-C875-4E00-9032-E99A91DF896A}" destId="{FF28BED8-1507-414A-B6D0-85FE3157AB8E}" srcOrd="2" destOrd="7" presId="urn:microsoft.com/office/officeart/2005/8/layout/orgChart1"/>
    <dgm:cxn modelId="{0AD9B8AE-7F24-40F8-802E-543129257DA1}" type="presParOf" srcId="{9A0FF10C-81C7-47CD-A320-768F2009480B}" destId="{16A0B843-1FD4-4C8B-B01F-814ED49B1758}" srcOrd="8" destOrd="1" presId="urn:microsoft.com/office/officeart/2005/8/layout/orgChart1"/>
    <dgm:cxn modelId="{33F5061C-7847-41EA-9970-28562FDDF7A0}" type="presOf" srcId="{88BA06EE-040C-465B-B166-FEAEE01B45D6}" destId="{16A0B843-1FD4-4C8B-B01F-814ED49B1758}" srcOrd="0" destOrd="0" presId="urn:microsoft.com/office/officeart/2005/8/layout/orgChart1"/>
    <dgm:cxn modelId="{2C3F4A29-94D7-430F-881E-59DB5C7DF2DE}" type="presParOf" srcId="{9A0FF10C-81C7-47CD-A320-768F2009480B}" destId="{504956E0-0179-4BB2-9A7F-C9ACFAC9238E}" srcOrd="9" destOrd="1" presId="urn:microsoft.com/office/officeart/2005/8/layout/orgChart1"/>
    <dgm:cxn modelId="{A24538B2-96B0-4F47-8B65-72132ED29192}" type="presParOf" srcId="{504956E0-0179-4BB2-9A7F-C9ACFAC9238E}" destId="{70FE8BDF-B375-47BE-9FB8-E1224BA3FFAD}" srcOrd="0" destOrd="9" presId="urn:microsoft.com/office/officeart/2005/8/layout/orgChart1"/>
    <dgm:cxn modelId="{A395D111-9EE0-49B6-81A2-3AF64B70EC5F}" type="presOf" srcId="{3EF9BAB2-59D2-4FA1-8F99-A3678BD82863}" destId="{70FE8BDF-B375-47BE-9FB8-E1224BA3FFAD}" srcOrd="0" destOrd="0" presId="urn:microsoft.com/office/officeart/2005/8/layout/orgChart1"/>
    <dgm:cxn modelId="{3F95011D-E198-4214-8B94-AD5CFF38688D}" type="presParOf" srcId="{70FE8BDF-B375-47BE-9FB8-E1224BA3FFAD}" destId="{02B20CE7-4AB4-4EEB-9BB5-6B4D38EE67B3}" srcOrd="0" destOrd="0" presId="urn:microsoft.com/office/officeart/2005/8/layout/orgChart1"/>
    <dgm:cxn modelId="{2DB1546F-DDB2-44D9-858F-D23A68777A7E}" type="presOf" srcId="{3EF9BAB2-59D2-4FA1-8F99-A3678BD82863}" destId="{02B20CE7-4AB4-4EEB-9BB5-6B4D38EE67B3}" srcOrd="0" destOrd="0" presId="urn:microsoft.com/office/officeart/2005/8/layout/orgChart1"/>
    <dgm:cxn modelId="{F0F76B92-9AA5-4320-B44C-393CFB571F17}" type="presParOf" srcId="{70FE8BDF-B375-47BE-9FB8-E1224BA3FFAD}" destId="{D0C248E6-F5ED-4835-9887-AA769888D709}" srcOrd="1" destOrd="0" presId="urn:microsoft.com/office/officeart/2005/8/layout/orgChart1"/>
    <dgm:cxn modelId="{329D5793-C5BD-439A-A139-C2E5FBBF2080}" type="presOf" srcId="{3EF9BAB2-59D2-4FA1-8F99-A3678BD82863}" destId="{D0C248E6-F5ED-4835-9887-AA769888D709}" srcOrd="0" destOrd="0" presId="urn:microsoft.com/office/officeart/2005/8/layout/orgChart1"/>
    <dgm:cxn modelId="{AE2024C3-F3BA-4573-8C06-B829EE8E5C65}" type="presParOf" srcId="{504956E0-0179-4BB2-9A7F-C9ACFAC9238E}" destId="{1453DC12-D81B-4678-8F82-2279573FCC47}" srcOrd="1" destOrd="9" presId="urn:microsoft.com/office/officeart/2005/8/layout/orgChart1"/>
    <dgm:cxn modelId="{9A0031B6-F489-481C-8F67-56621F95AF8E}" type="presParOf" srcId="{504956E0-0179-4BB2-9A7F-C9ACFAC9238E}" destId="{9EFDB87B-B736-4C53-B8BF-76944F3935FC}" srcOrd="2" destOrd="9" presId="urn:microsoft.com/office/officeart/2005/8/layout/orgChart1"/>
    <dgm:cxn modelId="{238FDFDA-EEC3-47DF-9EFE-702CD8713D59}" type="presParOf" srcId="{F728C3E8-5128-4BB6-90CC-A86769ECE335}" destId="{0E819307-1B4E-434E-BA76-D5A4192B0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354945" cy="3110865"/>
        <a:chOff x="0" y="0"/>
        <a:chExt cx="10354945" cy="3110865"/>
      </a:xfrm>
    </dsp:grpSpPr>
    <dsp:sp modelId="{6A259130-4455-44E0-969B-948D1249687E}">
      <dsp:nvSpPr>
        <dsp:cNvPr id="5" name="Freeform 4"/>
        <dsp:cNvSpPr/>
      </dsp:nvSpPr>
      <dsp:spPr bwMode="white">
        <a:xfrm>
          <a:off x="886554" y="1350355"/>
          <a:ext cx="4290919" cy="380704"/>
        </a:xfrm>
        <a:custGeom>
          <a:avLst/>
          <a:gdLst/>
          <a:ahLst/>
          <a:cxnLst/>
          <a:pathLst>
            <a:path w="6757" h="600">
              <a:moveTo>
                <a:pt x="6757" y="0"/>
              </a:moveTo>
              <a:lnTo>
                <a:pt x="6757" y="306"/>
              </a:lnTo>
              <a:lnTo>
                <a:pt x="0" y="306"/>
              </a:lnTo>
              <a:lnTo>
                <a:pt x="0" y="600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886554" y="1350355"/>
        <a:ext cx="4290919" cy="380704"/>
      </dsp:txXfrm>
    </dsp:sp>
    <dsp:sp modelId="{F492B679-3C8C-4E72-95A8-8B81298826E7}">
      <dsp:nvSpPr>
        <dsp:cNvPr id="8" name="Freeform 7"/>
        <dsp:cNvSpPr/>
      </dsp:nvSpPr>
      <dsp:spPr bwMode="white">
        <a:xfrm>
          <a:off x="3032013" y="1350355"/>
          <a:ext cx="2145459" cy="380704"/>
        </a:xfrm>
        <a:custGeom>
          <a:avLst/>
          <a:gdLst/>
          <a:ahLst/>
          <a:cxnLst/>
          <a:pathLst>
            <a:path w="3379" h="600">
              <a:moveTo>
                <a:pt x="3379" y="0"/>
              </a:moveTo>
              <a:lnTo>
                <a:pt x="3379" y="306"/>
              </a:lnTo>
              <a:lnTo>
                <a:pt x="0" y="306"/>
              </a:lnTo>
              <a:lnTo>
                <a:pt x="0" y="600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3032013" y="1350355"/>
        <a:ext cx="2145459" cy="380704"/>
      </dsp:txXfrm>
    </dsp:sp>
    <dsp:sp modelId="{AB3A8128-6C86-49B7-B5CC-0153888815E5}">
      <dsp:nvSpPr>
        <dsp:cNvPr id="11" name="Freeform 10"/>
        <dsp:cNvSpPr/>
      </dsp:nvSpPr>
      <dsp:spPr bwMode="white">
        <a:xfrm>
          <a:off x="5177473" y="1350355"/>
          <a:ext cx="0" cy="380704"/>
        </a:xfrm>
        <a:custGeom>
          <a:avLst/>
          <a:gdLst/>
          <a:ahLst/>
          <a:cxnLst/>
          <a:pathLst>
            <a:path h="600">
              <a:moveTo>
                <a:pt x="0" y="0"/>
              </a:moveTo>
              <a:lnTo>
                <a:pt x="0" y="306"/>
              </a:lnTo>
              <a:lnTo>
                <a:pt x="0" y="306"/>
              </a:lnTo>
              <a:lnTo>
                <a:pt x="0" y="600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5177473" y="1350355"/>
        <a:ext cx="0" cy="380704"/>
      </dsp:txXfrm>
    </dsp:sp>
    <dsp:sp modelId="{3C038928-C3D9-4DDC-AFCC-FE146585430E}">
      <dsp:nvSpPr>
        <dsp:cNvPr id="14" name="Freeform 13"/>
        <dsp:cNvSpPr/>
      </dsp:nvSpPr>
      <dsp:spPr bwMode="white">
        <a:xfrm>
          <a:off x="5177473" y="1350355"/>
          <a:ext cx="2145459" cy="380704"/>
        </a:xfrm>
        <a:custGeom>
          <a:avLst/>
          <a:gdLst/>
          <a:ahLst/>
          <a:cxnLst/>
          <a:pathLst>
            <a:path w="3379" h="600">
              <a:moveTo>
                <a:pt x="0" y="0"/>
              </a:moveTo>
              <a:lnTo>
                <a:pt x="0" y="306"/>
              </a:lnTo>
              <a:lnTo>
                <a:pt x="3379" y="306"/>
              </a:lnTo>
              <a:lnTo>
                <a:pt x="3379" y="600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5177473" y="1350355"/>
        <a:ext cx="2145459" cy="380704"/>
      </dsp:txXfrm>
    </dsp:sp>
    <dsp:sp modelId="{16A0B843-1FD4-4C8B-B01F-814ED49B1758}">
      <dsp:nvSpPr>
        <dsp:cNvPr id="17" name="Freeform 16"/>
        <dsp:cNvSpPr/>
      </dsp:nvSpPr>
      <dsp:spPr bwMode="white">
        <a:xfrm>
          <a:off x="5177473" y="1350355"/>
          <a:ext cx="4290919" cy="380704"/>
        </a:xfrm>
        <a:custGeom>
          <a:avLst/>
          <a:gdLst/>
          <a:ahLst/>
          <a:cxnLst/>
          <a:pathLst>
            <a:path w="6757" h="600">
              <a:moveTo>
                <a:pt x="0" y="0"/>
              </a:moveTo>
              <a:lnTo>
                <a:pt x="0" y="306"/>
              </a:lnTo>
              <a:lnTo>
                <a:pt x="6757" y="306"/>
              </a:lnTo>
              <a:lnTo>
                <a:pt x="6757" y="600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5177473" y="1350355"/>
        <a:ext cx="4290919" cy="380704"/>
      </dsp:txXfrm>
    </dsp:sp>
    <dsp:sp modelId="{AE79172D-D441-42BB-84EA-E3D989670DED}">
      <dsp:nvSpPr>
        <dsp:cNvPr id="3" name="Rectangles 2"/>
        <dsp:cNvSpPr/>
      </dsp:nvSpPr>
      <dsp:spPr bwMode="white">
        <a:xfrm>
          <a:off x="4105558" y="484901"/>
          <a:ext cx="2143828" cy="8654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class PomodoroTimer: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4105558" y="484901"/>
        <a:ext cx="2143828" cy="865454"/>
      </dsp:txXfrm>
    </dsp:sp>
    <dsp:sp modelId="{43B7C837-49D6-40CE-BBAB-953D9E4BA7ED}">
      <dsp:nvSpPr>
        <dsp:cNvPr id="6" name="Rectangles 5"/>
        <dsp:cNvSpPr/>
      </dsp:nvSpPr>
      <dsp:spPr bwMode="white">
        <a:xfrm>
          <a:off x="0" y="1731059"/>
          <a:ext cx="1773107" cy="8865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__init__(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0" y="1731059"/>
        <a:ext cx="1773107" cy="886554"/>
      </dsp:txXfrm>
    </dsp:sp>
    <dsp:sp modelId="{08A0D1D2-3A20-4D63-8E35-B7C8B6B16D48}">
      <dsp:nvSpPr>
        <dsp:cNvPr id="9" name="Rectangles 8"/>
        <dsp:cNvSpPr/>
      </dsp:nvSpPr>
      <dsp:spPr bwMode="white">
        <a:xfrm>
          <a:off x="2145459" y="1731059"/>
          <a:ext cx="1773107" cy="8865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run_timer(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 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2145459" y="1731059"/>
        <a:ext cx="1773107" cy="886554"/>
      </dsp:txXfrm>
    </dsp:sp>
    <dsp:sp modelId="{7D64F4A3-0E55-47AC-A59B-9D5A9DC25552}">
      <dsp:nvSpPr>
        <dsp:cNvPr id="12" name="Rectangles 11"/>
        <dsp:cNvSpPr/>
      </dsp:nvSpPr>
      <dsp:spPr bwMode="white">
        <a:xfrm>
          <a:off x="4290919" y="1731059"/>
          <a:ext cx="1773107" cy="8865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start(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4290919" y="1731059"/>
        <a:ext cx="1773107" cy="886554"/>
      </dsp:txXfrm>
    </dsp:sp>
    <dsp:sp modelId="{11563017-F08F-4229-A6C3-FAC68AB5C636}">
      <dsp:nvSpPr>
        <dsp:cNvPr id="15" name="Rectangles 14"/>
        <dsp:cNvSpPr/>
      </dsp:nvSpPr>
      <dsp:spPr bwMode="white">
        <a:xfrm>
          <a:off x="6436378" y="1731059"/>
          <a:ext cx="1773107" cy="8865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def pause( )</a:t>
          </a:r>
          <a:endParaRPr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6436378" y="1731059"/>
        <a:ext cx="1773107" cy="886554"/>
      </dsp:txXfrm>
    </dsp:sp>
    <dsp:sp modelId="{02B20CE7-4AB4-4EEB-9BB5-6B4D38EE67B3}">
      <dsp:nvSpPr>
        <dsp:cNvPr id="18" name="Rectangles 17"/>
        <dsp:cNvSpPr/>
      </dsp:nvSpPr>
      <dsp:spPr bwMode="white">
        <a:xfrm>
          <a:off x="8581838" y="1731059"/>
          <a:ext cx="1773107" cy="8865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 b="1"/>
            <a:t> def reset(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self):</a:t>
          </a:r>
          <a:endParaRPr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581838" y="1731059"/>
        <a:ext cx="1773107" cy="886554"/>
      </dsp:txXfrm>
    </dsp:sp>
    <dsp:sp modelId="{86420519-308D-4A6A-8FEA-6FB2E39BA448}">
      <dsp:nvSpPr>
        <dsp:cNvPr id="4" name="Rectangles 3" hidden="1"/>
        <dsp:cNvSpPr/>
      </dsp:nvSpPr>
      <dsp:spPr>
        <a:xfrm>
          <a:off x="4105558" y="484901"/>
          <a:ext cx="428766" cy="865454"/>
        </a:xfrm>
        <a:prstGeom prst="rect">
          <a:avLst/>
        </a:prstGeom>
      </dsp:spPr>
      <dsp:txXfrm>
        <a:off x="4105558" y="484901"/>
        <a:ext cx="428766" cy="865454"/>
      </dsp:txXfrm>
    </dsp:sp>
    <dsp:sp modelId="{9A037140-9B69-4B9F-A134-F2F2EB0F2E32}">
      <dsp:nvSpPr>
        <dsp:cNvPr id="7" name="Rectangles 6" hidden="1"/>
        <dsp:cNvSpPr/>
      </dsp:nvSpPr>
      <dsp:spPr>
        <a:xfrm>
          <a:off x="0" y="1731059"/>
          <a:ext cx="354621" cy="886554"/>
        </a:xfrm>
        <a:prstGeom prst="rect">
          <a:avLst/>
        </a:prstGeom>
      </dsp:spPr>
      <dsp:txXfrm>
        <a:off x="0" y="1731059"/>
        <a:ext cx="354621" cy="886554"/>
      </dsp:txXfrm>
    </dsp:sp>
    <dsp:sp modelId="{6238C53E-A961-488B-8FBD-6EC13507B069}">
      <dsp:nvSpPr>
        <dsp:cNvPr id="10" name="Rectangles 9" hidden="1"/>
        <dsp:cNvSpPr/>
      </dsp:nvSpPr>
      <dsp:spPr>
        <a:xfrm>
          <a:off x="2145459" y="1731059"/>
          <a:ext cx="354621" cy="886554"/>
        </a:xfrm>
        <a:prstGeom prst="rect">
          <a:avLst/>
        </a:prstGeom>
      </dsp:spPr>
      <dsp:txXfrm>
        <a:off x="2145459" y="1731059"/>
        <a:ext cx="354621" cy="886554"/>
      </dsp:txXfrm>
    </dsp:sp>
    <dsp:sp modelId="{5667CB49-EC34-46BC-AD2D-72F3BD95D049}">
      <dsp:nvSpPr>
        <dsp:cNvPr id="13" name="Rectangles 12" hidden="1"/>
        <dsp:cNvSpPr/>
      </dsp:nvSpPr>
      <dsp:spPr>
        <a:xfrm>
          <a:off x="4290919" y="1731059"/>
          <a:ext cx="354621" cy="886554"/>
        </a:xfrm>
        <a:prstGeom prst="rect">
          <a:avLst/>
        </a:prstGeom>
      </dsp:spPr>
      <dsp:txXfrm>
        <a:off x="4290919" y="1731059"/>
        <a:ext cx="354621" cy="886554"/>
      </dsp:txXfrm>
    </dsp:sp>
    <dsp:sp modelId="{6F0A63D9-75BC-4DEE-AFC7-48191EB77D53}">
      <dsp:nvSpPr>
        <dsp:cNvPr id="16" name="Rectangles 15" hidden="1"/>
        <dsp:cNvSpPr/>
      </dsp:nvSpPr>
      <dsp:spPr>
        <a:xfrm>
          <a:off x="6436378" y="1731059"/>
          <a:ext cx="354621" cy="886554"/>
        </a:xfrm>
        <a:prstGeom prst="rect">
          <a:avLst/>
        </a:prstGeom>
      </dsp:spPr>
      <dsp:txXfrm>
        <a:off x="6436378" y="1731059"/>
        <a:ext cx="354621" cy="886554"/>
      </dsp:txXfrm>
    </dsp:sp>
    <dsp:sp modelId="{D0C248E6-F5ED-4835-9887-AA769888D709}">
      <dsp:nvSpPr>
        <dsp:cNvPr id="19" name="Rectangles 18" hidden="1"/>
        <dsp:cNvSpPr/>
      </dsp:nvSpPr>
      <dsp:spPr>
        <a:xfrm>
          <a:off x="8581838" y="1731059"/>
          <a:ext cx="354621" cy="886554"/>
        </a:xfrm>
        <a:prstGeom prst="rect">
          <a:avLst/>
        </a:prstGeom>
      </dsp:spPr>
      <dsp:txXfrm>
        <a:off x="8581838" y="1731059"/>
        <a:ext cx="354621" cy="886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" name="Group 16"/>
          <p:cNvGrpSpPr/>
          <p:nvPr/>
        </p:nvGrpSpPr>
        <p:grpSpPr>
          <a:xfrm>
            <a:off x="635" y="340"/>
            <a:ext cx="12190730" cy="6857365"/>
            <a:chOff x="1" y="140"/>
            <a:chExt cx="13391" cy="7035"/>
          </a:xfrm>
        </p:grpSpPr>
        <p:sp>
          <p:nvSpPr>
            <p:cNvPr id="9" name="Rectangles 8"/>
            <p:cNvSpPr/>
            <p:nvPr/>
          </p:nvSpPr>
          <p:spPr>
            <a:xfrm>
              <a:off x="1" y="140"/>
              <a:ext cx="13391" cy="7035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2052" y="2655"/>
              <a:ext cx="9290" cy="8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altLang="zh-CN" sz="48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Pomodoro Timer</a:t>
              </a:r>
              <a:endParaRPr lang="en-US" altLang="zh-CN" sz="4800" b="1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215390" y="4312285"/>
            <a:ext cx="9761855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000">
                <a:ln w="1270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Zoey Zhang</a:t>
            </a:r>
            <a:endParaRPr lang="en-US" altLang="zh-CN" sz="2000">
              <a:ln w="1270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" name="Diagram 1"/>
          <p:cNvGraphicFramePr/>
          <p:nvPr/>
        </p:nvGraphicFramePr>
        <p:xfrm>
          <a:off x="802640" y="2599055"/>
          <a:ext cx="10354945" cy="3110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1728470" y="1457960"/>
            <a:ext cx="8735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This is a simple GUI timer that lets users set their own work and break times.</a:t>
            </a:r>
            <a:endParaRPr lang="en-US" b="1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6" name="Rectangles 5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Pomodoro Timer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6" name="Rectangles 5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Code: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  <p:pic>
        <p:nvPicPr>
          <p:cNvPr id="3" name="Picture 2" descr="Screenshot 2026-05-04 at 8.30.2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" y="2021205"/>
            <a:ext cx="5826125" cy="4218305"/>
          </a:xfrm>
          <a:prstGeom prst="rect">
            <a:avLst/>
          </a:prstGeom>
        </p:spPr>
      </p:pic>
      <p:pic>
        <p:nvPicPr>
          <p:cNvPr id="9" name="Picture 8" descr="Screenshot 2026-05-04 at 8.30.39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520" y="2021205"/>
            <a:ext cx="5789930" cy="27495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31495" y="1202055"/>
            <a:ext cx="33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UI layout + state initialization</a:t>
            </a:r>
            <a:r>
              <a:rPr lang="zh-CN" altLang="en-US" b="1">
                <a:solidFill>
                  <a:schemeClr val="tx2">
                    <a:lumMod val="75000"/>
                  </a:schemeClr>
                </a:solidFill>
              </a:rPr>
              <a:t>：</a:t>
            </a:r>
            <a:endParaRPr lang="zh-CN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97230" y="2813685"/>
            <a:ext cx="2670810" cy="109474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s 25"/>
          <p:cNvSpPr/>
          <p:nvPr/>
        </p:nvSpPr>
        <p:spPr>
          <a:xfrm>
            <a:off x="697230" y="4074160"/>
            <a:ext cx="4869815" cy="155575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6259830" y="2049780"/>
            <a:ext cx="5657215" cy="101727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830" y="3289935"/>
            <a:ext cx="4870450" cy="1423035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3299460" y="2167890"/>
            <a:ext cx="1089025" cy="645795"/>
            <a:chOff x="3316" y="3016"/>
            <a:chExt cx="1715" cy="1017"/>
          </a:xfrm>
        </p:grpSpPr>
        <p:sp>
          <p:nvSpPr>
            <p:cNvPr id="30" name="Text Box 29"/>
            <p:cNvSpPr txBox="1"/>
            <p:nvPr/>
          </p:nvSpPr>
          <p:spPr>
            <a:xfrm>
              <a:off x="3316" y="3016"/>
              <a:ext cx="1715" cy="483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sz="1400" b="1">
                  <a:ln>
                    <a:noFill/>
                  </a:ln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logic layer</a:t>
              </a:r>
              <a:endParaRPr lang="en-US" sz="1400" b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H="1">
              <a:off x="3348" y="3524"/>
              <a:ext cx="790" cy="509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3641090" y="3371215"/>
            <a:ext cx="2297430" cy="702945"/>
            <a:chOff x="2961" y="4056"/>
            <a:chExt cx="3618" cy="1107"/>
          </a:xfrm>
        </p:grpSpPr>
        <p:sp>
          <p:nvSpPr>
            <p:cNvPr id="34" name="Text Box 33"/>
            <p:cNvSpPr txBox="1"/>
            <p:nvPr/>
          </p:nvSpPr>
          <p:spPr>
            <a:xfrm>
              <a:off x="2961" y="4056"/>
              <a:ext cx="3618" cy="483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sz="1400" b="1">
                  <a:ln>
                    <a:noFill/>
                  </a:ln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Display components</a:t>
              </a:r>
              <a:endParaRPr lang="en-US" sz="1400" b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4875" y="4539"/>
              <a:ext cx="474" cy="624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10191115" y="3111500"/>
            <a:ext cx="1837690" cy="2131060"/>
            <a:chOff x="2243" y="1474"/>
            <a:chExt cx="2894" cy="3356"/>
          </a:xfrm>
        </p:grpSpPr>
        <p:sp>
          <p:nvSpPr>
            <p:cNvPr id="38" name="Text Box 37"/>
            <p:cNvSpPr txBox="1"/>
            <p:nvPr/>
          </p:nvSpPr>
          <p:spPr>
            <a:xfrm>
              <a:off x="2243" y="4347"/>
              <a:ext cx="2894" cy="483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sz="1400" b="1">
                  <a:ln>
                    <a:noFill/>
                  </a:ln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User customization</a:t>
              </a:r>
              <a:endParaRPr lang="en-US" sz="1400" b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H="1" flipV="1">
              <a:off x="4324" y="1474"/>
              <a:ext cx="469" cy="2873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6456045" y="4705350"/>
            <a:ext cx="1156970" cy="511810"/>
            <a:chOff x="3835" y="3733"/>
            <a:chExt cx="1912" cy="806"/>
          </a:xfrm>
        </p:grpSpPr>
        <p:sp>
          <p:nvSpPr>
            <p:cNvPr id="41" name="Text Box 40"/>
            <p:cNvSpPr txBox="1"/>
            <p:nvPr/>
          </p:nvSpPr>
          <p:spPr>
            <a:xfrm>
              <a:off x="3835" y="4056"/>
              <a:ext cx="1912" cy="483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sz="1400" b="1">
                  <a:ln>
                    <a:noFill/>
                  </a:ln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Interaction</a:t>
              </a:r>
              <a:endParaRPr lang="en-US" sz="1400" b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42" name="Straight Arrow Connector 41"/>
            <p:cNvCxnSpPr>
              <a:stCxn id="41" idx="0"/>
            </p:cNvCxnSpPr>
            <p:nvPr/>
          </p:nvCxnSpPr>
          <p:spPr>
            <a:xfrm flipV="1">
              <a:off x="4791" y="3733"/>
              <a:ext cx="873" cy="323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8" name="Picture 7" descr="Screenshot 2026-05-04 at 9.19.2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1425" y="934720"/>
            <a:ext cx="5534025" cy="1742440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 flipH="1" flipV="1">
            <a:off x="4631055" y="615950"/>
            <a:ext cx="2159635" cy="31877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21" name="Rectangles 20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Code: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  <p:pic>
        <p:nvPicPr>
          <p:cNvPr id="2" name="Picture 1" descr="Screenshot 2026-05-04 at 8.56.1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" y="934720"/>
            <a:ext cx="6353175" cy="571500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514350" y="2602865"/>
            <a:ext cx="3159125" cy="316865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805180" y="4673600"/>
            <a:ext cx="2868295" cy="1133475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6513830" y="1563370"/>
            <a:ext cx="5173345" cy="106807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" name="Picture 2" descr="Screenshot 2026-05-04 at 9.23.47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90" y="3345815"/>
            <a:ext cx="3380105" cy="2759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0" name="Group 19"/>
          <p:cNvGrpSpPr/>
          <p:nvPr/>
        </p:nvGrpSpPr>
        <p:grpSpPr>
          <a:xfrm>
            <a:off x="635" y="1751888"/>
            <a:ext cx="12191365" cy="3103588"/>
            <a:chOff x="1" y="1936"/>
            <a:chExt cx="19199" cy="3184"/>
          </a:xfrm>
        </p:grpSpPr>
        <p:sp>
          <p:nvSpPr>
            <p:cNvPr id="21" name="Rectangles 20"/>
            <p:cNvSpPr/>
            <p:nvPr/>
          </p:nvSpPr>
          <p:spPr>
            <a:xfrm>
              <a:off x="1" y="1936"/>
              <a:ext cx="19199" cy="3184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8083" y="3103"/>
              <a:ext cx="3033" cy="8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48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Demo</a:t>
              </a:r>
              <a:endParaRPr lang="en-US" altLang="zh-CN" sz="48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WPS Writer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 Black</vt:lpstr>
      <vt:lpstr>Microsoft YaHei</vt:lpstr>
      <vt:lpstr>汉仪旗黑</vt:lpstr>
      <vt:lpstr>Arial Unicode MS</vt:lpstr>
      <vt:lpstr>Calibri Light</vt:lpstr>
      <vt:lpstr>Helvetica Neue</vt:lpstr>
      <vt:lpstr>Calibri</vt:lpstr>
      <vt:lpstr>SimSun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zoeybiubiu</dc:creator>
  <cp:lastModifiedBy>Mysterious Artist</cp:lastModifiedBy>
  <cp:revision>21</cp:revision>
  <dcterms:created xsi:type="dcterms:W3CDTF">2026-05-05T03:23:56Z</dcterms:created>
  <dcterms:modified xsi:type="dcterms:W3CDTF">2026-05-05T03:23:56Z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1033-4.4.2.7667</vt:lpwstr>
  </property>
</Properties>
</file>